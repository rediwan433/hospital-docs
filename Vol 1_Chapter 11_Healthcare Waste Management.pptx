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70" r:id="rId15"/>
    <p:sldId id="271" r:id="rId16"/>
    <p:sldId id="274" r:id="rId17"/>
    <p:sldId id="275"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230"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8558D4-B2DC-401D-970D-00E5C16F0A4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BDB39C23-3CAF-472E-B310-4DAB63A92114}">
      <dgm:prSet phldrT="[Text]"/>
      <dgm:spPr/>
      <dgm:t>
        <a:bodyPr/>
        <a:lstStyle/>
        <a:p>
          <a:r>
            <a:rPr lang="en-US" b="0" baseline="0" dirty="0" smtClean="0"/>
            <a:t>Step 1</a:t>
          </a:r>
          <a:endParaRPr lang="en-US" b="0" baseline="0" dirty="0"/>
        </a:p>
      </dgm:t>
    </dgm:pt>
    <dgm:pt modelId="{FD12ACEE-34DB-4255-8CF8-8BF6E713A7CA}" type="parTrans" cxnId="{71F41CD5-62F1-4DA8-9EB0-1E5C389CDFC9}">
      <dgm:prSet/>
      <dgm:spPr/>
      <dgm:t>
        <a:bodyPr/>
        <a:lstStyle/>
        <a:p>
          <a:endParaRPr lang="en-US"/>
        </a:p>
      </dgm:t>
    </dgm:pt>
    <dgm:pt modelId="{FB1B318E-65A5-4DF0-A5AC-FE70B4082342}" type="sibTrans" cxnId="{71F41CD5-62F1-4DA8-9EB0-1E5C389CDFC9}">
      <dgm:prSet/>
      <dgm:spPr/>
      <dgm:t>
        <a:bodyPr/>
        <a:lstStyle/>
        <a:p>
          <a:endParaRPr lang="en-US"/>
        </a:p>
      </dgm:t>
    </dgm:pt>
    <dgm:pt modelId="{A5F44DD8-4D4F-419D-8490-AF128CDFE4F6}">
      <dgm:prSet phldrT="[Text]"/>
      <dgm:spPr/>
      <dgm:t>
        <a:bodyPr/>
        <a:lstStyle/>
        <a:p>
          <a:r>
            <a:rPr lang="en-US" dirty="0" smtClean="0"/>
            <a:t>Wear full PPE when handling and transporting all waste.</a:t>
          </a:r>
          <a:endParaRPr lang="en-US" dirty="0"/>
        </a:p>
      </dgm:t>
    </dgm:pt>
    <dgm:pt modelId="{DB9F8D3F-8FD8-4BBA-87A3-2E6D6619CF96}" type="parTrans" cxnId="{36611045-FEBD-4FFA-ADFC-052B1421227A}">
      <dgm:prSet/>
      <dgm:spPr/>
      <dgm:t>
        <a:bodyPr/>
        <a:lstStyle/>
        <a:p>
          <a:endParaRPr lang="en-US"/>
        </a:p>
      </dgm:t>
    </dgm:pt>
    <dgm:pt modelId="{A78800A9-CC6D-493E-AA1A-EBBB38F48FC3}" type="sibTrans" cxnId="{36611045-FEBD-4FFA-ADFC-052B1421227A}">
      <dgm:prSet/>
      <dgm:spPr/>
      <dgm:t>
        <a:bodyPr/>
        <a:lstStyle/>
        <a:p>
          <a:endParaRPr lang="en-US"/>
        </a:p>
      </dgm:t>
    </dgm:pt>
    <dgm:pt modelId="{9C609CFA-5228-45CF-BA29-8410F7D09808}">
      <dgm:prSet phldrT="[Text]"/>
      <dgm:spPr/>
      <dgm:t>
        <a:bodyPr/>
        <a:lstStyle/>
        <a:p>
          <a:r>
            <a:rPr lang="en-US" dirty="0" smtClean="0"/>
            <a:t>Step 2</a:t>
          </a:r>
          <a:endParaRPr lang="en-US" dirty="0"/>
        </a:p>
      </dgm:t>
    </dgm:pt>
    <dgm:pt modelId="{A792DC51-7326-48CF-9120-F16A5836B603}" type="parTrans" cxnId="{B03106C2-838D-445C-B6A3-B3F2AFBC34B7}">
      <dgm:prSet/>
      <dgm:spPr/>
      <dgm:t>
        <a:bodyPr/>
        <a:lstStyle/>
        <a:p>
          <a:endParaRPr lang="en-US"/>
        </a:p>
      </dgm:t>
    </dgm:pt>
    <dgm:pt modelId="{4923A78F-C6AB-466A-8FF1-479769E98435}" type="sibTrans" cxnId="{B03106C2-838D-445C-B6A3-B3F2AFBC34B7}">
      <dgm:prSet/>
      <dgm:spPr/>
      <dgm:t>
        <a:bodyPr/>
        <a:lstStyle/>
        <a:p>
          <a:endParaRPr lang="en-US"/>
        </a:p>
      </dgm:t>
    </dgm:pt>
    <dgm:pt modelId="{36D946A3-E83B-45F5-8918-32AC781FEA0D}">
      <dgm:prSet phldrT="[Text]"/>
      <dgm:spPr/>
      <dgm:t>
        <a:bodyPr/>
        <a:lstStyle/>
        <a:p>
          <a:r>
            <a:rPr lang="en-US" dirty="0" smtClean="0"/>
            <a:t>Collect waste containers and transport to the storage area or treatment area for final disposal.</a:t>
          </a:r>
          <a:endParaRPr lang="en-US" dirty="0"/>
        </a:p>
      </dgm:t>
    </dgm:pt>
    <dgm:pt modelId="{B6709079-D966-4E7D-91E6-4204D6168523}" type="parTrans" cxnId="{AFC18579-F2AD-491E-BC35-DAD7E11EBB10}">
      <dgm:prSet/>
      <dgm:spPr/>
      <dgm:t>
        <a:bodyPr/>
        <a:lstStyle/>
        <a:p>
          <a:endParaRPr lang="en-US"/>
        </a:p>
      </dgm:t>
    </dgm:pt>
    <dgm:pt modelId="{EB980102-9242-4D01-A7EE-7152FE2D9497}" type="sibTrans" cxnId="{AFC18579-F2AD-491E-BC35-DAD7E11EBB10}">
      <dgm:prSet/>
      <dgm:spPr/>
      <dgm:t>
        <a:bodyPr/>
        <a:lstStyle/>
        <a:p>
          <a:endParaRPr lang="en-US"/>
        </a:p>
      </dgm:t>
    </dgm:pt>
    <dgm:pt modelId="{DE1F167F-3855-4CA1-99B0-0F0D7B026D7A}">
      <dgm:prSet phldrT="[Text]"/>
      <dgm:spPr/>
      <dgm:t>
        <a:bodyPr/>
        <a:lstStyle/>
        <a:p>
          <a:r>
            <a:rPr lang="en-US" dirty="0" smtClean="0"/>
            <a:t>Step 3</a:t>
          </a:r>
          <a:endParaRPr lang="en-US" dirty="0"/>
        </a:p>
      </dgm:t>
    </dgm:pt>
    <dgm:pt modelId="{395F25A5-D823-459A-8AC9-1F21341753D0}" type="parTrans" cxnId="{3865B209-11B0-449C-B286-EA49B084A62B}">
      <dgm:prSet/>
      <dgm:spPr/>
      <dgm:t>
        <a:bodyPr/>
        <a:lstStyle/>
        <a:p>
          <a:endParaRPr lang="en-US"/>
        </a:p>
      </dgm:t>
    </dgm:pt>
    <dgm:pt modelId="{015A4313-9B0B-4E09-9B45-714CAC41D337}" type="sibTrans" cxnId="{3865B209-11B0-449C-B286-EA49B084A62B}">
      <dgm:prSet/>
      <dgm:spPr/>
      <dgm:t>
        <a:bodyPr/>
        <a:lstStyle/>
        <a:p>
          <a:endParaRPr lang="en-US"/>
        </a:p>
      </dgm:t>
    </dgm:pt>
    <dgm:pt modelId="{8B168B13-865C-4FC5-9B3F-61C10F110178}">
      <dgm:prSet phldrT="[Text]"/>
      <dgm:spPr/>
      <dgm:t>
        <a:bodyPr/>
        <a:lstStyle/>
        <a:p>
          <a:r>
            <a:rPr lang="en-US" dirty="0" smtClean="0"/>
            <a:t>Clean  and disinfect infectious-waste containers each time they are emptied </a:t>
          </a:r>
          <a:endParaRPr lang="en-US" dirty="0"/>
        </a:p>
      </dgm:t>
    </dgm:pt>
    <dgm:pt modelId="{D46DC123-2DCA-4BBE-9394-B3C632656B0F}" type="parTrans" cxnId="{6FA1C4AC-75BB-459C-992B-F648287CFFC1}">
      <dgm:prSet/>
      <dgm:spPr/>
      <dgm:t>
        <a:bodyPr/>
        <a:lstStyle/>
        <a:p>
          <a:endParaRPr lang="en-US"/>
        </a:p>
      </dgm:t>
    </dgm:pt>
    <dgm:pt modelId="{89E8C467-D8CE-48A1-AC29-246FD37475EB}" type="sibTrans" cxnId="{6FA1C4AC-75BB-459C-992B-F648287CFFC1}">
      <dgm:prSet/>
      <dgm:spPr/>
      <dgm:t>
        <a:bodyPr/>
        <a:lstStyle/>
        <a:p>
          <a:endParaRPr lang="en-US"/>
        </a:p>
      </dgm:t>
    </dgm:pt>
    <dgm:pt modelId="{3868DCE4-5900-4372-8AE5-DA676AE2B8B5}">
      <dgm:prSet/>
      <dgm:spPr/>
      <dgm:t>
        <a:bodyPr/>
        <a:lstStyle/>
        <a:p>
          <a:r>
            <a:rPr lang="en-US" dirty="0" smtClean="0"/>
            <a:t>Step 4</a:t>
          </a:r>
          <a:endParaRPr lang="en-US" dirty="0"/>
        </a:p>
      </dgm:t>
    </dgm:pt>
    <dgm:pt modelId="{B31EBCC5-9F52-4CEE-9C56-3E9C8CBDE5AA}" type="parTrans" cxnId="{30BCA575-B968-435F-9A27-53B05FED9E26}">
      <dgm:prSet/>
      <dgm:spPr/>
      <dgm:t>
        <a:bodyPr/>
        <a:lstStyle/>
        <a:p>
          <a:endParaRPr lang="en-US"/>
        </a:p>
      </dgm:t>
    </dgm:pt>
    <dgm:pt modelId="{34CD3680-354E-449B-890E-35CE3BDB7913}" type="sibTrans" cxnId="{30BCA575-B968-435F-9A27-53B05FED9E26}">
      <dgm:prSet/>
      <dgm:spPr/>
      <dgm:t>
        <a:bodyPr/>
        <a:lstStyle/>
        <a:p>
          <a:endParaRPr lang="en-US"/>
        </a:p>
      </dgm:t>
    </dgm:pt>
    <dgm:pt modelId="{EBCF62FE-4537-4882-8931-635302921FF5}">
      <dgm:prSet/>
      <dgm:spPr/>
      <dgm:t>
        <a:bodyPr/>
        <a:lstStyle/>
        <a:p>
          <a:r>
            <a:rPr lang="en-US" dirty="0" smtClean="0"/>
            <a:t>Step 5</a:t>
          </a:r>
          <a:endParaRPr lang="en-US" dirty="0"/>
        </a:p>
      </dgm:t>
    </dgm:pt>
    <dgm:pt modelId="{4277EB08-B4BE-474B-B957-E145BF8C91D8}" type="parTrans" cxnId="{3BBC41F2-5FDB-46C9-97A6-3602A8D4CC4F}">
      <dgm:prSet/>
      <dgm:spPr/>
      <dgm:t>
        <a:bodyPr/>
        <a:lstStyle/>
        <a:p>
          <a:endParaRPr lang="en-US"/>
        </a:p>
      </dgm:t>
    </dgm:pt>
    <dgm:pt modelId="{48A40606-E6FD-4FB5-A471-805CB56D5987}" type="sibTrans" cxnId="{3BBC41F2-5FDB-46C9-97A6-3602A8D4CC4F}">
      <dgm:prSet/>
      <dgm:spPr/>
      <dgm:t>
        <a:bodyPr/>
        <a:lstStyle/>
        <a:p>
          <a:endParaRPr lang="en-US"/>
        </a:p>
      </dgm:t>
    </dgm:pt>
    <dgm:pt modelId="{337852E3-94D6-49C3-A71D-9407FF4BC464}">
      <dgm:prSet/>
      <dgm:spPr/>
      <dgm:t>
        <a:bodyPr/>
        <a:lstStyle/>
        <a:p>
          <a:r>
            <a:rPr lang="en-US" smtClean="0"/>
            <a:t>Remove utility gloves and perform hand hygiene after handling wastes</a:t>
          </a:r>
          <a:endParaRPr lang="en-US"/>
        </a:p>
      </dgm:t>
    </dgm:pt>
    <dgm:pt modelId="{8F5A96F4-0321-4677-81A1-94C98D7BE16F}" type="parTrans" cxnId="{81AE6D3B-C7CD-42CA-B422-AF11030D2A04}">
      <dgm:prSet/>
      <dgm:spPr/>
      <dgm:t>
        <a:bodyPr/>
        <a:lstStyle/>
        <a:p>
          <a:endParaRPr lang="en-US"/>
        </a:p>
      </dgm:t>
    </dgm:pt>
    <dgm:pt modelId="{9EA4831A-BFD9-4C27-B677-1BA8C2865FDD}" type="sibTrans" cxnId="{81AE6D3B-C7CD-42CA-B422-AF11030D2A04}">
      <dgm:prSet/>
      <dgm:spPr/>
      <dgm:t>
        <a:bodyPr/>
        <a:lstStyle/>
        <a:p>
          <a:endParaRPr lang="en-US"/>
        </a:p>
      </dgm:t>
    </dgm:pt>
    <dgm:pt modelId="{EB5E4219-83C5-4D93-86E9-0640295D3A07}">
      <dgm:prSet/>
      <dgm:spPr/>
      <dgm:t>
        <a:bodyPr/>
        <a:lstStyle/>
        <a:p>
          <a:r>
            <a:rPr lang="en-US" smtClean="0"/>
            <a:t>Wash and dry gloves </a:t>
          </a:r>
          <a:endParaRPr lang="en-US"/>
        </a:p>
      </dgm:t>
    </dgm:pt>
    <dgm:pt modelId="{2288489C-96FD-47A4-B3F8-8A0E944C4465}" type="parTrans" cxnId="{727580BA-840F-4F12-85AB-6C8B3E793721}">
      <dgm:prSet/>
      <dgm:spPr/>
      <dgm:t>
        <a:bodyPr/>
        <a:lstStyle/>
        <a:p>
          <a:endParaRPr lang="en-US"/>
        </a:p>
      </dgm:t>
    </dgm:pt>
    <dgm:pt modelId="{0B985C7A-86E0-4A7D-AD31-35A15D36E7D6}" type="sibTrans" cxnId="{727580BA-840F-4F12-85AB-6C8B3E793721}">
      <dgm:prSet/>
      <dgm:spPr/>
      <dgm:t>
        <a:bodyPr/>
        <a:lstStyle/>
        <a:p>
          <a:endParaRPr lang="en-US"/>
        </a:p>
      </dgm:t>
    </dgm:pt>
    <dgm:pt modelId="{00DE853C-5D44-4DB3-9A84-B080FF10DF49}" type="pres">
      <dgm:prSet presAssocID="{0D8558D4-B2DC-401D-970D-00E5C16F0A4A}" presName="linearFlow" presStyleCnt="0">
        <dgm:presLayoutVars>
          <dgm:dir/>
          <dgm:animLvl val="lvl"/>
          <dgm:resizeHandles val="exact"/>
        </dgm:presLayoutVars>
      </dgm:prSet>
      <dgm:spPr/>
      <dgm:t>
        <a:bodyPr/>
        <a:lstStyle/>
        <a:p>
          <a:endParaRPr lang="en-US"/>
        </a:p>
      </dgm:t>
    </dgm:pt>
    <dgm:pt modelId="{B20165AE-8123-4FDA-9A18-35FB47DA0684}" type="pres">
      <dgm:prSet presAssocID="{BDB39C23-3CAF-472E-B310-4DAB63A92114}" presName="composite" presStyleCnt="0"/>
      <dgm:spPr/>
    </dgm:pt>
    <dgm:pt modelId="{9E0C3F88-59EE-4354-BC17-8F1F4D5EB7D5}" type="pres">
      <dgm:prSet presAssocID="{BDB39C23-3CAF-472E-B310-4DAB63A92114}" presName="parentText" presStyleLbl="alignNode1" presStyleIdx="0" presStyleCnt="5">
        <dgm:presLayoutVars>
          <dgm:chMax val="1"/>
          <dgm:bulletEnabled val="1"/>
        </dgm:presLayoutVars>
      </dgm:prSet>
      <dgm:spPr/>
      <dgm:t>
        <a:bodyPr/>
        <a:lstStyle/>
        <a:p>
          <a:endParaRPr lang="en-US"/>
        </a:p>
      </dgm:t>
    </dgm:pt>
    <dgm:pt modelId="{1B0B2B38-5DF0-49E5-A3F6-F1005E055D7C}" type="pres">
      <dgm:prSet presAssocID="{BDB39C23-3CAF-472E-B310-4DAB63A92114}" presName="descendantText" presStyleLbl="alignAcc1" presStyleIdx="0" presStyleCnt="5">
        <dgm:presLayoutVars>
          <dgm:bulletEnabled val="1"/>
        </dgm:presLayoutVars>
      </dgm:prSet>
      <dgm:spPr/>
      <dgm:t>
        <a:bodyPr/>
        <a:lstStyle/>
        <a:p>
          <a:endParaRPr lang="en-US"/>
        </a:p>
      </dgm:t>
    </dgm:pt>
    <dgm:pt modelId="{C1494AEA-466F-4DE1-88CD-12E97321B1A1}" type="pres">
      <dgm:prSet presAssocID="{FB1B318E-65A5-4DF0-A5AC-FE70B4082342}" presName="sp" presStyleCnt="0"/>
      <dgm:spPr/>
    </dgm:pt>
    <dgm:pt modelId="{013E0B5F-D7FE-4E43-9A30-D67B20DD7D19}" type="pres">
      <dgm:prSet presAssocID="{9C609CFA-5228-45CF-BA29-8410F7D09808}" presName="composite" presStyleCnt="0"/>
      <dgm:spPr/>
    </dgm:pt>
    <dgm:pt modelId="{5C4A0D6A-E3A3-4C3B-9374-F4194856DE55}" type="pres">
      <dgm:prSet presAssocID="{9C609CFA-5228-45CF-BA29-8410F7D09808}" presName="parentText" presStyleLbl="alignNode1" presStyleIdx="1" presStyleCnt="5">
        <dgm:presLayoutVars>
          <dgm:chMax val="1"/>
          <dgm:bulletEnabled val="1"/>
        </dgm:presLayoutVars>
      </dgm:prSet>
      <dgm:spPr/>
      <dgm:t>
        <a:bodyPr/>
        <a:lstStyle/>
        <a:p>
          <a:endParaRPr lang="en-US"/>
        </a:p>
      </dgm:t>
    </dgm:pt>
    <dgm:pt modelId="{CCFE1B3B-102E-431C-8DFE-512054FC5DD6}" type="pres">
      <dgm:prSet presAssocID="{9C609CFA-5228-45CF-BA29-8410F7D09808}" presName="descendantText" presStyleLbl="alignAcc1" presStyleIdx="1" presStyleCnt="5">
        <dgm:presLayoutVars>
          <dgm:bulletEnabled val="1"/>
        </dgm:presLayoutVars>
      </dgm:prSet>
      <dgm:spPr/>
      <dgm:t>
        <a:bodyPr/>
        <a:lstStyle/>
        <a:p>
          <a:endParaRPr lang="en-US"/>
        </a:p>
      </dgm:t>
    </dgm:pt>
    <dgm:pt modelId="{BCFAB7D9-C52E-458F-A06B-F56EB158267A}" type="pres">
      <dgm:prSet presAssocID="{4923A78F-C6AB-466A-8FF1-479769E98435}" presName="sp" presStyleCnt="0"/>
      <dgm:spPr/>
    </dgm:pt>
    <dgm:pt modelId="{11175E87-933E-4B37-B20D-A09FE30745B2}" type="pres">
      <dgm:prSet presAssocID="{DE1F167F-3855-4CA1-99B0-0F0D7B026D7A}" presName="composite" presStyleCnt="0"/>
      <dgm:spPr/>
    </dgm:pt>
    <dgm:pt modelId="{2C3A2980-AAA4-487D-A96E-9C5682A65938}" type="pres">
      <dgm:prSet presAssocID="{DE1F167F-3855-4CA1-99B0-0F0D7B026D7A}" presName="parentText" presStyleLbl="alignNode1" presStyleIdx="2" presStyleCnt="5">
        <dgm:presLayoutVars>
          <dgm:chMax val="1"/>
          <dgm:bulletEnabled val="1"/>
        </dgm:presLayoutVars>
      </dgm:prSet>
      <dgm:spPr/>
      <dgm:t>
        <a:bodyPr/>
        <a:lstStyle/>
        <a:p>
          <a:endParaRPr lang="en-US"/>
        </a:p>
      </dgm:t>
    </dgm:pt>
    <dgm:pt modelId="{D0BA0CB1-F77D-43C8-930E-247DF07B2D92}" type="pres">
      <dgm:prSet presAssocID="{DE1F167F-3855-4CA1-99B0-0F0D7B026D7A}" presName="descendantText" presStyleLbl="alignAcc1" presStyleIdx="2" presStyleCnt="5">
        <dgm:presLayoutVars>
          <dgm:bulletEnabled val="1"/>
        </dgm:presLayoutVars>
      </dgm:prSet>
      <dgm:spPr/>
      <dgm:t>
        <a:bodyPr/>
        <a:lstStyle/>
        <a:p>
          <a:endParaRPr lang="en-US"/>
        </a:p>
      </dgm:t>
    </dgm:pt>
    <dgm:pt modelId="{821315FC-7F44-4DF2-9188-E5EF7FB9C3EB}" type="pres">
      <dgm:prSet presAssocID="{015A4313-9B0B-4E09-9B45-714CAC41D337}" presName="sp" presStyleCnt="0"/>
      <dgm:spPr/>
    </dgm:pt>
    <dgm:pt modelId="{F8EC9951-219F-43DF-B0F4-BE1340CE6791}" type="pres">
      <dgm:prSet presAssocID="{3868DCE4-5900-4372-8AE5-DA676AE2B8B5}" presName="composite" presStyleCnt="0"/>
      <dgm:spPr/>
    </dgm:pt>
    <dgm:pt modelId="{1FAA6414-4D1D-4328-AAE9-8477E85864C3}" type="pres">
      <dgm:prSet presAssocID="{3868DCE4-5900-4372-8AE5-DA676AE2B8B5}" presName="parentText" presStyleLbl="alignNode1" presStyleIdx="3" presStyleCnt="5">
        <dgm:presLayoutVars>
          <dgm:chMax val="1"/>
          <dgm:bulletEnabled val="1"/>
        </dgm:presLayoutVars>
      </dgm:prSet>
      <dgm:spPr/>
      <dgm:t>
        <a:bodyPr/>
        <a:lstStyle/>
        <a:p>
          <a:endParaRPr lang="en-US"/>
        </a:p>
      </dgm:t>
    </dgm:pt>
    <dgm:pt modelId="{8126A2D7-E521-4EC5-8F21-3FEF1744D7C1}" type="pres">
      <dgm:prSet presAssocID="{3868DCE4-5900-4372-8AE5-DA676AE2B8B5}" presName="descendantText" presStyleLbl="alignAcc1" presStyleIdx="3" presStyleCnt="5">
        <dgm:presLayoutVars>
          <dgm:bulletEnabled val="1"/>
        </dgm:presLayoutVars>
      </dgm:prSet>
      <dgm:spPr/>
      <dgm:t>
        <a:bodyPr/>
        <a:lstStyle/>
        <a:p>
          <a:endParaRPr lang="en-US"/>
        </a:p>
      </dgm:t>
    </dgm:pt>
    <dgm:pt modelId="{B619399F-8DAA-49D7-9ABF-CA735F0B7D55}" type="pres">
      <dgm:prSet presAssocID="{34CD3680-354E-449B-890E-35CE3BDB7913}" presName="sp" presStyleCnt="0"/>
      <dgm:spPr/>
    </dgm:pt>
    <dgm:pt modelId="{228EA36F-5112-4D38-B1D9-1D106A5F9473}" type="pres">
      <dgm:prSet presAssocID="{EBCF62FE-4537-4882-8931-635302921FF5}" presName="composite" presStyleCnt="0"/>
      <dgm:spPr/>
    </dgm:pt>
    <dgm:pt modelId="{C458671A-2D20-46A9-AE20-E0EF2552C7B3}" type="pres">
      <dgm:prSet presAssocID="{EBCF62FE-4537-4882-8931-635302921FF5}" presName="parentText" presStyleLbl="alignNode1" presStyleIdx="4" presStyleCnt="5">
        <dgm:presLayoutVars>
          <dgm:chMax val="1"/>
          <dgm:bulletEnabled val="1"/>
        </dgm:presLayoutVars>
      </dgm:prSet>
      <dgm:spPr/>
      <dgm:t>
        <a:bodyPr/>
        <a:lstStyle/>
        <a:p>
          <a:endParaRPr lang="en-US"/>
        </a:p>
      </dgm:t>
    </dgm:pt>
    <dgm:pt modelId="{31661A07-9E65-42E4-BA68-D5BB420F9F36}" type="pres">
      <dgm:prSet presAssocID="{EBCF62FE-4537-4882-8931-635302921FF5}" presName="descendantText" presStyleLbl="alignAcc1" presStyleIdx="4" presStyleCnt="5">
        <dgm:presLayoutVars>
          <dgm:bulletEnabled val="1"/>
        </dgm:presLayoutVars>
      </dgm:prSet>
      <dgm:spPr/>
      <dgm:t>
        <a:bodyPr/>
        <a:lstStyle/>
        <a:p>
          <a:endParaRPr lang="en-US"/>
        </a:p>
      </dgm:t>
    </dgm:pt>
  </dgm:ptLst>
  <dgm:cxnLst>
    <dgm:cxn modelId="{3865B209-11B0-449C-B286-EA49B084A62B}" srcId="{0D8558D4-B2DC-401D-970D-00E5C16F0A4A}" destId="{DE1F167F-3855-4CA1-99B0-0F0D7B026D7A}" srcOrd="2" destOrd="0" parTransId="{395F25A5-D823-459A-8AC9-1F21341753D0}" sibTransId="{015A4313-9B0B-4E09-9B45-714CAC41D337}"/>
    <dgm:cxn modelId="{9F65B0F3-5970-4041-A40A-5FC9D64E3A45}" type="presOf" srcId="{8B168B13-865C-4FC5-9B3F-61C10F110178}" destId="{D0BA0CB1-F77D-43C8-930E-247DF07B2D92}" srcOrd="0" destOrd="0" presId="urn:microsoft.com/office/officeart/2005/8/layout/chevron2"/>
    <dgm:cxn modelId="{36611045-FEBD-4FFA-ADFC-052B1421227A}" srcId="{BDB39C23-3CAF-472E-B310-4DAB63A92114}" destId="{A5F44DD8-4D4F-419D-8490-AF128CDFE4F6}" srcOrd="0" destOrd="0" parTransId="{DB9F8D3F-8FD8-4BBA-87A3-2E6D6619CF96}" sibTransId="{A78800A9-CC6D-493E-AA1A-EBBB38F48FC3}"/>
    <dgm:cxn modelId="{CC196BA0-15EA-4C04-9616-2A3DE4AA78D2}" type="presOf" srcId="{DE1F167F-3855-4CA1-99B0-0F0D7B026D7A}" destId="{2C3A2980-AAA4-487D-A96E-9C5682A65938}" srcOrd="0" destOrd="0" presId="urn:microsoft.com/office/officeart/2005/8/layout/chevron2"/>
    <dgm:cxn modelId="{2CD619F1-1098-4249-AAE6-8098BEB1D78C}" type="presOf" srcId="{BDB39C23-3CAF-472E-B310-4DAB63A92114}" destId="{9E0C3F88-59EE-4354-BC17-8F1F4D5EB7D5}" srcOrd="0" destOrd="0" presId="urn:microsoft.com/office/officeart/2005/8/layout/chevron2"/>
    <dgm:cxn modelId="{81AE6D3B-C7CD-42CA-B422-AF11030D2A04}" srcId="{3868DCE4-5900-4372-8AE5-DA676AE2B8B5}" destId="{337852E3-94D6-49C3-A71D-9407FF4BC464}" srcOrd="0" destOrd="0" parTransId="{8F5A96F4-0321-4677-81A1-94C98D7BE16F}" sibTransId="{9EA4831A-BFD9-4C27-B677-1BA8C2865FDD}"/>
    <dgm:cxn modelId="{41FF7D28-35B5-4432-A478-0A1029BFADBE}" type="presOf" srcId="{3868DCE4-5900-4372-8AE5-DA676AE2B8B5}" destId="{1FAA6414-4D1D-4328-AAE9-8477E85864C3}" srcOrd="0" destOrd="0" presId="urn:microsoft.com/office/officeart/2005/8/layout/chevron2"/>
    <dgm:cxn modelId="{623A4ADB-1E5D-4D2A-82F8-A42B1429362F}" type="presOf" srcId="{EBCF62FE-4537-4882-8931-635302921FF5}" destId="{C458671A-2D20-46A9-AE20-E0EF2552C7B3}" srcOrd="0" destOrd="0" presId="urn:microsoft.com/office/officeart/2005/8/layout/chevron2"/>
    <dgm:cxn modelId="{6FA1C4AC-75BB-459C-992B-F648287CFFC1}" srcId="{DE1F167F-3855-4CA1-99B0-0F0D7B026D7A}" destId="{8B168B13-865C-4FC5-9B3F-61C10F110178}" srcOrd="0" destOrd="0" parTransId="{D46DC123-2DCA-4BBE-9394-B3C632656B0F}" sibTransId="{89E8C467-D8CE-48A1-AC29-246FD37475EB}"/>
    <dgm:cxn modelId="{30BCA575-B968-435F-9A27-53B05FED9E26}" srcId="{0D8558D4-B2DC-401D-970D-00E5C16F0A4A}" destId="{3868DCE4-5900-4372-8AE5-DA676AE2B8B5}" srcOrd="3" destOrd="0" parTransId="{B31EBCC5-9F52-4CEE-9C56-3E9C8CBDE5AA}" sibTransId="{34CD3680-354E-449B-890E-35CE3BDB7913}"/>
    <dgm:cxn modelId="{3BBC41F2-5FDB-46C9-97A6-3602A8D4CC4F}" srcId="{0D8558D4-B2DC-401D-970D-00E5C16F0A4A}" destId="{EBCF62FE-4537-4882-8931-635302921FF5}" srcOrd="4" destOrd="0" parTransId="{4277EB08-B4BE-474B-B957-E145BF8C91D8}" sibTransId="{48A40606-E6FD-4FB5-A471-805CB56D5987}"/>
    <dgm:cxn modelId="{FE98A0D1-48CE-4755-BD0E-5E91F2EF31E5}" type="presOf" srcId="{9C609CFA-5228-45CF-BA29-8410F7D09808}" destId="{5C4A0D6A-E3A3-4C3B-9374-F4194856DE55}" srcOrd="0" destOrd="0" presId="urn:microsoft.com/office/officeart/2005/8/layout/chevron2"/>
    <dgm:cxn modelId="{0E1A56CC-9446-46E7-979E-43C30275EAB1}" type="presOf" srcId="{36D946A3-E83B-45F5-8918-32AC781FEA0D}" destId="{CCFE1B3B-102E-431C-8DFE-512054FC5DD6}" srcOrd="0" destOrd="0" presId="urn:microsoft.com/office/officeart/2005/8/layout/chevron2"/>
    <dgm:cxn modelId="{727580BA-840F-4F12-85AB-6C8B3E793721}" srcId="{EBCF62FE-4537-4882-8931-635302921FF5}" destId="{EB5E4219-83C5-4D93-86E9-0640295D3A07}" srcOrd="0" destOrd="0" parTransId="{2288489C-96FD-47A4-B3F8-8A0E944C4465}" sibTransId="{0B985C7A-86E0-4A7D-AD31-35A15D36E7D6}"/>
    <dgm:cxn modelId="{AFC18579-F2AD-491E-BC35-DAD7E11EBB10}" srcId="{9C609CFA-5228-45CF-BA29-8410F7D09808}" destId="{36D946A3-E83B-45F5-8918-32AC781FEA0D}" srcOrd="0" destOrd="0" parTransId="{B6709079-D966-4E7D-91E6-4204D6168523}" sibTransId="{EB980102-9242-4D01-A7EE-7152FE2D9497}"/>
    <dgm:cxn modelId="{BE877C2A-A554-4BDF-951F-85B232C188F3}" type="presOf" srcId="{EB5E4219-83C5-4D93-86E9-0640295D3A07}" destId="{31661A07-9E65-42E4-BA68-D5BB420F9F36}" srcOrd="0" destOrd="0" presId="urn:microsoft.com/office/officeart/2005/8/layout/chevron2"/>
    <dgm:cxn modelId="{B03106C2-838D-445C-B6A3-B3F2AFBC34B7}" srcId="{0D8558D4-B2DC-401D-970D-00E5C16F0A4A}" destId="{9C609CFA-5228-45CF-BA29-8410F7D09808}" srcOrd="1" destOrd="0" parTransId="{A792DC51-7326-48CF-9120-F16A5836B603}" sibTransId="{4923A78F-C6AB-466A-8FF1-479769E98435}"/>
    <dgm:cxn modelId="{E9F2140C-BF1E-4533-AD88-8AABB5F0DF71}" type="presOf" srcId="{A5F44DD8-4D4F-419D-8490-AF128CDFE4F6}" destId="{1B0B2B38-5DF0-49E5-A3F6-F1005E055D7C}" srcOrd="0" destOrd="0" presId="urn:microsoft.com/office/officeart/2005/8/layout/chevron2"/>
    <dgm:cxn modelId="{5DF031BD-C4FD-44F9-AF9E-200E134EA32A}" type="presOf" srcId="{337852E3-94D6-49C3-A71D-9407FF4BC464}" destId="{8126A2D7-E521-4EC5-8F21-3FEF1744D7C1}" srcOrd="0" destOrd="0" presId="urn:microsoft.com/office/officeart/2005/8/layout/chevron2"/>
    <dgm:cxn modelId="{71F41CD5-62F1-4DA8-9EB0-1E5C389CDFC9}" srcId="{0D8558D4-B2DC-401D-970D-00E5C16F0A4A}" destId="{BDB39C23-3CAF-472E-B310-4DAB63A92114}" srcOrd="0" destOrd="0" parTransId="{FD12ACEE-34DB-4255-8CF8-8BF6E713A7CA}" sibTransId="{FB1B318E-65A5-4DF0-A5AC-FE70B4082342}"/>
    <dgm:cxn modelId="{8FA0C1D9-6B5D-411D-97ED-611B22465547}" type="presOf" srcId="{0D8558D4-B2DC-401D-970D-00E5C16F0A4A}" destId="{00DE853C-5D44-4DB3-9A84-B080FF10DF49}" srcOrd="0" destOrd="0" presId="urn:microsoft.com/office/officeart/2005/8/layout/chevron2"/>
    <dgm:cxn modelId="{1316E3C2-1A26-4754-90FB-A4090C223F0A}" type="presParOf" srcId="{00DE853C-5D44-4DB3-9A84-B080FF10DF49}" destId="{B20165AE-8123-4FDA-9A18-35FB47DA0684}" srcOrd="0" destOrd="0" presId="urn:microsoft.com/office/officeart/2005/8/layout/chevron2"/>
    <dgm:cxn modelId="{A59CDFE4-6295-46D7-B3E9-B9D32996C42C}" type="presParOf" srcId="{B20165AE-8123-4FDA-9A18-35FB47DA0684}" destId="{9E0C3F88-59EE-4354-BC17-8F1F4D5EB7D5}" srcOrd="0" destOrd="0" presId="urn:microsoft.com/office/officeart/2005/8/layout/chevron2"/>
    <dgm:cxn modelId="{C2787E4B-60D8-4174-BFC5-924D715CDF7A}" type="presParOf" srcId="{B20165AE-8123-4FDA-9A18-35FB47DA0684}" destId="{1B0B2B38-5DF0-49E5-A3F6-F1005E055D7C}" srcOrd="1" destOrd="0" presId="urn:microsoft.com/office/officeart/2005/8/layout/chevron2"/>
    <dgm:cxn modelId="{4A33F991-DF3C-4E7A-B32C-7C3FE8FEBEB5}" type="presParOf" srcId="{00DE853C-5D44-4DB3-9A84-B080FF10DF49}" destId="{C1494AEA-466F-4DE1-88CD-12E97321B1A1}" srcOrd="1" destOrd="0" presId="urn:microsoft.com/office/officeart/2005/8/layout/chevron2"/>
    <dgm:cxn modelId="{24D66E76-100B-4E9B-ADBF-0321525D8477}" type="presParOf" srcId="{00DE853C-5D44-4DB3-9A84-B080FF10DF49}" destId="{013E0B5F-D7FE-4E43-9A30-D67B20DD7D19}" srcOrd="2" destOrd="0" presId="urn:microsoft.com/office/officeart/2005/8/layout/chevron2"/>
    <dgm:cxn modelId="{7921165F-999D-4A65-B564-1599C57249D3}" type="presParOf" srcId="{013E0B5F-D7FE-4E43-9A30-D67B20DD7D19}" destId="{5C4A0D6A-E3A3-4C3B-9374-F4194856DE55}" srcOrd="0" destOrd="0" presId="urn:microsoft.com/office/officeart/2005/8/layout/chevron2"/>
    <dgm:cxn modelId="{7E2D0994-8DE0-4D4D-850C-EEEA3DA60163}" type="presParOf" srcId="{013E0B5F-D7FE-4E43-9A30-D67B20DD7D19}" destId="{CCFE1B3B-102E-431C-8DFE-512054FC5DD6}" srcOrd="1" destOrd="0" presId="urn:microsoft.com/office/officeart/2005/8/layout/chevron2"/>
    <dgm:cxn modelId="{91A74460-38E1-4EA0-B0D9-8B3F0D6AB24F}" type="presParOf" srcId="{00DE853C-5D44-4DB3-9A84-B080FF10DF49}" destId="{BCFAB7D9-C52E-458F-A06B-F56EB158267A}" srcOrd="3" destOrd="0" presId="urn:microsoft.com/office/officeart/2005/8/layout/chevron2"/>
    <dgm:cxn modelId="{63759E03-8BEE-4266-99C2-A22AA3B1A81D}" type="presParOf" srcId="{00DE853C-5D44-4DB3-9A84-B080FF10DF49}" destId="{11175E87-933E-4B37-B20D-A09FE30745B2}" srcOrd="4" destOrd="0" presId="urn:microsoft.com/office/officeart/2005/8/layout/chevron2"/>
    <dgm:cxn modelId="{F85D5A32-BE04-49B8-AF0E-678A2B3282A1}" type="presParOf" srcId="{11175E87-933E-4B37-B20D-A09FE30745B2}" destId="{2C3A2980-AAA4-487D-A96E-9C5682A65938}" srcOrd="0" destOrd="0" presId="urn:microsoft.com/office/officeart/2005/8/layout/chevron2"/>
    <dgm:cxn modelId="{345DD26C-30F1-4730-BFD0-71FE172B96E5}" type="presParOf" srcId="{11175E87-933E-4B37-B20D-A09FE30745B2}" destId="{D0BA0CB1-F77D-43C8-930E-247DF07B2D92}" srcOrd="1" destOrd="0" presId="urn:microsoft.com/office/officeart/2005/8/layout/chevron2"/>
    <dgm:cxn modelId="{6347E9EC-BE04-4E9E-BC96-C8289C26786F}" type="presParOf" srcId="{00DE853C-5D44-4DB3-9A84-B080FF10DF49}" destId="{821315FC-7F44-4DF2-9188-E5EF7FB9C3EB}" srcOrd="5" destOrd="0" presId="urn:microsoft.com/office/officeart/2005/8/layout/chevron2"/>
    <dgm:cxn modelId="{04EE4127-4D88-439B-8A95-90994343503A}" type="presParOf" srcId="{00DE853C-5D44-4DB3-9A84-B080FF10DF49}" destId="{F8EC9951-219F-43DF-B0F4-BE1340CE6791}" srcOrd="6" destOrd="0" presId="urn:microsoft.com/office/officeart/2005/8/layout/chevron2"/>
    <dgm:cxn modelId="{9ADCEE89-53FC-4A35-8ED1-F5003AC4A283}" type="presParOf" srcId="{F8EC9951-219F-43DF-B0F4-BE1340CE6791}" destId="{1FAA6414-4D1D-4328-AAE9-8477E85864C3}" srcOrd="0" destOrd="0" presId="urn:microsoft.com/office/officeart/2005/8/layout/chevron2"/>
    <dgm:cxn modelId="{27F0DF16-87B6-48AA-A544-1FBB5FBFC7C0}" type="presParOf" srcId="{F8EC9951-219F-43DF-B0F4-BE1340CE6791}" destId="{8126A2D7-E521-4EC5-8F21-3FEF1744D7C1}" srcOrd="1" destOrd="0" presId="urn:microsoft.com/office/officeart/2005/8/layout/chevron2"/>
    <dgm:cxn modelId="{A1A4917A-786E-41F3-BEA0-2CB9B12C26AF}" type="presParOf" srcId="{00DE853C-5D44-4DB3-9A84-B080FF10DF49}" destId="{B619399F-8DAA-49D7-9ABF-CA735F0B7D55}" srcOrd="7" destOrd="0" presId="urn:microsoft.com/office/officeart/2005/8/layout/chevron2"/>
    <dgm:cxn modelId="{C6A09E99-3B9B-472A-B2E1-FE075EABC8E3}" type="presParOf" srcId="{00DE853C-5D44-4DB3-9A84-B080FF10DF49}" destId="{228EA36F-5112-4D38-B1D9-1D106A5F9473}" srcOrd="8" destOrd="0" presId="urn:microsoft.com/office/officeart/2005/8/layout/chevron2"/>
    <dgm:cxn modelId="{0F38B747-18FB-4CFA-ABA8-ECC8DACEF4B3}" type="presParOf" srcId="{228EA36F-5112-4D38-B1D9-1D106A5F9473}" destId="{C458671A-2D20-46A9-AE20-E0EF2552C7B3}" srcOrd="0" destOrd="0" presId="urn:microsoft.com/office/officeart/2005/8/layout/chevron2"/>
    <dgm:cxn modelId="{94E0E3D1-606A-4E89-80D6-17EB5BE351FD}" type="presParOf" srcId="{228EA36F-5112-4D38-B1D9-1D106A5F9473}" destId="{31661A07-9E65-42E4-BA68-D5BB420F9F3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FBB8D4-82C3-4340-9B72-B55C74BC3F5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3108FA7-7304-4133-980F-C43ECED33C67}">
      <dgm:prSet phldrT="[Text]" custT="1">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sz="1800" b="1" dirty="0" smtClean="0"/>
            <a:t>Healthcare Waste</a:t>
          </a:r>
          <a:endParaRPr lang="en-US" sz="1800" b="1" dirty="0"/>
        </a:p>
      </dgm:t>
    </dgm:pt>
    <dgm:pt modelId="{EC3EBAE5-D12D-4615-B7B6-476CE33DEE2D}" type="parTrans" cxnId="{E2517FEB-1216-4060-83A2-DC7D4C351D53}">
      <dgm:prSet/>
      <dgm:spPr/>
      <dgm:t>
        <a:bodyPr/>
        <a:lstStyle/>
        <a:p>
          <a:endParaRPr lang="en-US"/>
        </a:p>
      </dgm:t>
    </dgm:pt>
    <dgm:pt modelId="{C4001229-A626-46BB-8ABA-2EF8F0A48278}" type="sibTrans" cxnId="{E2517FEB-1216-4060-83A2-DC7D4C351D53}">
      <dgm:prSet/>
      <dgm:spPr/>
      <dgm:t>
        <a:bodyPr/>
        <a:lstStyle/>
        <a:p>
          <a:endParaRPr lang="en-US"/>
        </a:p>
      </dgm:t>
    </dgm:pt>
    <dgm:pt modelId="{B72BA3B6-2F31-4322-BDB0-AE692024432C}">
      <dgm:prSet phldrT="[Text]">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b="1" dirty="0" smtClean="0"/>
            <a:t>Hazardous</a:t>
          </a:r>
          <a:endParaRPr lang="en-US" b="1" dirty="0"/>
        </a:p>
      </dgm:t>
    </dgm:pt>
    <dgm:pt modelId="{1DC45B98-114E-4C3B-9A6A-66AC9EDAF482}" type="parTrans" cxnId="{08772A20-2D69-4937-B951-CF77C386F8F3}">
      <dgm:prSet/>
      <dgm:spPr/>
      <dgm:t>
        <a:bodyPr/>
        <a:lstStyle/>
        <a:p>
          <a:endParaRPr lang="en-US"/>
        </a:p>
      </dgm:t>
    </dgm:pt>
    <dgm:pt modelId="{06BBB312-B0C5-46EB-ACA2-2E783D556949}" type="sibTrans" cxnId="{08772A20-2D69-4937-B951-CF77C386F8F3}">
      <dgm:prSet/>
      <dgm:spPr/>
      <dgm:t>
        <a:bodyPr/>
        <a:lstStyle/>
        <a:p>
          <a:endParaRPr lang="en-US"/>
        </a:p>
      </dgm:t>
    </dgm:pt>
    <dgm:pt modelId="{64A3BE40-0F7F-4B50-8196-600095E0A193}">
      <dgm:prSet phldrT="[Text]"/>
      <dgm:spPr/>
      <dgm:t>
        <a:bodyPr/>
        <a:lstStyle/>
        <a:p>
          <a:r>
            <a:rPr lang="en-US" b="1" dirty="0" smtClean="0"/>
            <a:t>Non Hazardous</a:t>
          </a:r>
          <a:endParaRPr lang="en-US" b="1" dirty="0"/>
        </a:p>
      </dgm:t>
    </dgm:pt>
    <dgm:pt modelId="{D74D1E79-C605-44AC-8F12-4AE629ED4579}" type="parTrans" cxnId="{DF28916D-5560-4913-9420-8026B8367BCA}">
      <dgm:prSet/>
      <dgm:spPr/>
      <dgm:t>
        <a:bodyPr/>
        <a:lstStyle/>
        <a:p>
          <a:endParaRPr lang="en-US"/>
        </a:p>
      </dgm:t>
    </dgm:pt>
    <dgm:pt modelId="{947DF057-9DD2-473F-AA4A-814E5ED79C8F}" type="sibTrans" cxnId="{DF28916D-5560-4913-9420-8026B8367BCA}">
      <dgm:prSet/>
      <dgm:spPr/>
      <dgm:t>
        <a:bodyPr/>
        <a:lstStyle/>
        <a:p>
          <a:endParaRPr lang="en-US"/>
        </a:p>
      </dgm:t>
    </dgm:pt>
    <dgm:pt modelId="{760E6F4C-DD02-4511-BFAF-A3DDDED57BDB}">
      <dgm:prSet phldrT="[Text]"/>
      <dgm:spPr/>
      <dgm:t>
        <a:bodyPr/>
        <a:lstStyle/>
        <a:p>
          <a:r>
            <a:rPr lang="en-US" b="1" dirty="0" smtClean="0"/>
            <a:t>Biodegradable   (Kitchen, Landscape</a:t>
          </a:r>
          <a:r>
            <a:rPr lang="en-US" dirty="0" smtClean="0"/>
            <a:t>)</a:t>
          </a:r>
          <a:endParaRPr lang="en-US" dirty="0"/>
        </a:p>
      </dgm:t>
    </dgm:pt>
    <dgm:pt modelId="{407A1697-5678-48D2-A5B1-95C2146E3238}" type="parTrans" cxnId="{0C2CBD38-D2CE-4FA8-97CC-3860B7E62921}">
      <dgm:prSet/>
      <dgm:spPr/>
      <dgm:t>
        <a:bodyPr/>
        <a:lstStyle/>
        <a:p>
          <a:endParaRPr lang="en-US"/>
        </a:p>
      </dgm:t>
    </dgm:pt>
    <dgm:pt modelId="{42E57D1A-9E78-4F21-AFFC-631DDF37CCB4}" type="sibTrans" cxnId="{0C2CBD38-D2CE-4FA8-97CC-3860B7E62921}">
      <dgm:prSet/>
      <dgm:spPr/>
      <dgm:t>
        <a:bodyPr/>
        <a:lstStyle/>
        <a:p>
          <a:endParaRPr lang="en-US"/>
        </a:p>
      </dgm:t>
    </dgm:pt>
    <dgm:pt modelId="{E471E304-5AAD-4DE7-A66A-3C90A784D6AE}">
      <dgm:prSet phldrT="[Text]" custT="1"/>
      <dgm:spPr/>
      <dgm:t>
        <a:bodyPr/>
        <a:lstStyle/>
        <a:p>
          <a:r>
            <a:rPr lang="en-US" sz="2000" b="1" dirty="0" smtClean="0"/>
            <a:t>To Compost</a:t>
          </a:r>
          <a:endParaRPr lang="en-US" sz="2000" b="1" dirty="0"/>
        </a:p>
      </dgm:t>
    </dgm:pt>
    <dgm:pt modelId="{89B95F45-E743-44B1-9637-1B9D1E184A0A}" type="parTrans" cxnId="{A87D4B26-8D3C-4B57-AA97-664DB014A299}">
      <dgm:prSet/>
      <dgm:spPr/>
      <dgm:t>
        <a:bodyPr/>
        <a:lstStyle/>
        <a:p>
          <a:endParaRPr lang="en-US"/>
        </a:p>
      </dgm:t>
    </dgm:pt>
    <dgm:pt modelId="{56E61D2E-2F06-46AB-A9C3-B18226E7AA69}" type="sibTrans" cxnId="{A87D4B26-8D3C-4B57-AA97-664DB014A299}">
      <dgm:prSet/>
      <dgm:spPr/>
      <dgm:t>
        <a:bodyPr/>
        <a:lstStyle/>
        <a:p>
          <a:endParaRPr lang="en-US"/>
        </a:p>
      </dgm:t>
    </dgm:pt>
    <dgm:pt modelId="{50DFA272-6533-40F4-9F9C-FD0D83A9D639}">
      <dgm:prSet phldrT="[Text]"/>
      <dgm:spPr/>
      <dgm:t>
        <a:bodyPr/>
        <a:lstStyle/>
        <a:p>
          <a:r>
            <a:rPr lang="en-US" b="1" dirty="0" smtClean="0"/>
            <a:t>Inorganic </a:t>
          </a:r>
          <a:endParaRPr lang="en-US" b="1" dirty="0"/>
        </a:p>
      </dgm:t>
    </dgm:pt>
    <dgm:pt modelId="{81994A41-0DFA-44B4-B9EA-C8017A4AB05E}" type="parTrans" cxnId="{0E946349-F3C1-45C9-8561-4E62CB312A99}">
      <dgm:prSet/>
      <dgm:spPr/>
      <dgm:t>
        <a:bodyPr/>
        <a:lstStyle/>
        <a:p>
          <a:endParaRPr lang="en-US"/>
        </a:p>
      </dgm:t>
    </dgm:pt>
    <dgm:pt modelId="{F21B24C5-DEB4-4EE8-9744-151F639DAB08}" type="sibTrans" cxnId="{0E946349-F3C1-45C9-8561-4E62CB312A99}">
      <dgm:prSet/>
      <dgm:spPr/>
      <dgm:t>
        <a:bodyPr/>
        <a:lstStyle/>
        <a:p>
          <a:endParaRPr lang="en-US"/>
        </a:p>
      </dgm:t>
    </dgm:pt>
    <dgm:pt modelId="{06FF6C3A-8997-4A4E-9BCA-CB8DEC802275}">
      <dgm:prSet phldrT="[Text]"/>
      <dgm:spPr/>
      <dgm:t>
        <a:bodyPr/>
        <a:lstStyle/>
        <a:p>
          <a:r>
            <a:rPr lang="en-US" b="1" dirty="0" smtClean="0"/>
            <a:t>Recyclable </a:t>
          </a:r>
          <a:endParaRPr lang="en-US" b="1" dirty="0"/>
        </a:p>
      </dgm:t>
    </dgm:pt>
    <dgm:pt modelId="{6F73A10E-810D-45E4-AC36-D59B731EB98D}" type="parTrans" cxnId="{FFF03F9B-05BD-419D-B60E-8D9E3E27510F}">
      <dgm:prSet/>
      <dgm:spPr/>
      <dgm:t>
        <a:bodyPr/>
        <a:lstStyle/>
        <a:p>
          <a:endParaRPr lang="en-US"/>
        </a:p>
      </dgm:t>
    </dgm:pt>
    <dgm:pt modelId="{3EFAAA01-B63F-42E8-BD3D-0C46848F37C0}" type="sibTrans" cxnId="{FFF03F9B-05BD-419D-B60E-8D9E3E27510F}">
      <dgm:prSet/>
      <dgm:spPr/>
      <dgm:t>
        <a:bodyPr/>
        <a:lstStyle/>
        <a:p>
          <a:endParaRPr lang="en-US"/>
        </a:p>
      </dgm:t>
    </dgm:pt>
    <dgm:pt modelId="{84F42A35-573B-430E-8287-95ED95051AD2}">
      <dgm:prSet phldrT="[Text]"/>
      <dgm:spPr/>
      <dgm:t>
        <a:bodyPr/>
        <a:lstStyle/>
        <a:p>
          <a:r>
            <a:rPr lang="en-US" b="1" dirty="0" smtClean="0"/>
            <a:t>To Market</a:t>
          </a:r>
          <a:endParaRPr lang="en-US" b="1" dirty="0"/>
        </a:p>
      </dgm:t>
    </dgm:pt>
    <dgm:pt modelId="{F3F70A41-5035-4B89-883A-ABEA3C7A1B70}" type="parTrans" cxnId="{BDA6B333-1E19-491B-B142-47045EE9710F}">
      <dgm:prSet/>
      <dgm:spPr/>
      <dgm:t>
        <a:bodyPr/>
        <a:lstStyle/>
        <a:p>
          <a:endParaRPr lang="en-US"/>
        </a:p>
      </dgm:t>
    </dgm:pt>
    <dgm:pt modelId="{95F82BDE-E87A-41D4-AC06-B79FCBCDE223}" type="sibTrans" cxnId="{BDA6B333-1E19-491B-B142-47045EE9710F}">
      <dgm:prSet/>
      <dgm:spPr/>
      <dgm:t>
        <a:bodyPr/>
        <a:lstStyle/>
        <a:p>
          <a:endParaRPr lang="en-US"/>
        </a:p>
      </dgm:t>
    </dgm:pt>
    <dgm:pt modelId="{C44E71F8-9A60-4260-B296-9BD4C25B4E82}">
      <dgm:prSet phldrT="[Text]" custT="1"/>
      <dgm:spPr/>
      <dgm:t>
        <a:bodyPr/>
        <a:lstStyle/>
        <a:p>
          <a:r>
            <a:rPr lang="en-US" sz="2000" b="1" dirty="0" smtClean="0"/>
            <a:t>Other</a:t>
          </a:r>
          <a:endParaRPr lang="en-US" sz="2000" b="1" dirty="0"/>
        </a:p>
      </dgm:t>
    </dgm:pt>
    <dgm:pt modelId="{AA2418F7-85AA-4E45-ABD5-FDB1987DEC00}" type="parTrans" cxnId="{1B3AD17D-3032-4E42-9D35-3FC2A1FBA879}">
      <dgm:prSet/>
      <dgm:spPr/>
      <dgm:t>
        <a:bodyPr/>
        <a:lstStyle/>
        <a:p>
          <a:endParaRPr lang="en-US"/>
        </a:p>
      </dgm:t>
    </dgm:pt>
    <dgm:pt modelId="{E43F27EE-4DDE-437A-8D80-733AF5FABC6F}" type="sibTrans" cxnId="{1B3AD17D-3032-4E42-9D35-3FC2A1FBA879}">
      <dgm:prSet/>
      <dgm:spPr/>
      <dgm:t>
        <a:bodyPr/>
        <a:lstStyle/>
        <a:p>
          <a:endParaRPr lang="en-US"/>
        </a:p>
      </dgm:t>
    </dgm:pt>
    <dgm:pt modelId="{D353F2B3-19CE-4361-92BE-185186EA557A}" type="pres">
      <dgm:prSet presAssocID="{ABFBB8D4-82C3-4340-9B72-B55C74BC3F58}" presName="hierChild1" presStyleCnt="0">
        <dgm:presLayoutVars>
          <dgm:orgChart val="1"/>
          <dgm:chPref val="1"/>
          <dgm:dir/>
          <dgm:animOne val="branch"/>
          <dgm:animLvl val="lvl"/>
          <dgm:resizeHandles/>
        </dgm:presLayoutVars>
      </dgm:prSet>
      <dgm:spPr/>
      <dgm:t>
        <a:bodyPr/>
        <a:lstStyle/>
        <a:p>
          <a:endParaRPr lang="en-US"/>
        </a:p>
      </dgm:t>
    </dgm:pt>
    <dgm:pt modelId="{8FF51255-BDD3-44B1-8E8F-45762DE2F71C}" type="pres">
      <dgm:prSet presAssocID="{93108FA7-7304-4133-980F-C43ECED33C67}" presName="hierRoot1" presStyleCnt="0">
        <dgm:presLayoutVars>
          <dgm:hierBranch val="init"/>
        </dgm:presLayoutVars>
      </dgm:prSet>
      <dgm:spPr/>
    </dgm:pt>
    <dgm:pt modelId="{51AD3A0B-469A-4053-8F0A-2CC11A67E807}" type="pres">
      <dgm:prSet presAssocID="{93108FA7-7304-4133-980F-C43ECED33C67}" presName="rootComposite1" presStyleCnt="0"/>
      <dgm:spPr/>
    </dgm:pt>
    <dgm:pt modelId="{34F90840-E732-4D5C-A2E1-0AAB7A4F6BB5}" type="pres">
      <dgm:prSet presAssocID="{93108FA7-7304-4133-980F-C43ECED33C67}" presName="rootText1" presStyleLbl="node0" presStyleIdx="0" presStyleCnt="1" custScaleX="140925" custLinFactNeighborX="8095" custLinFactNeighborY="4002">
        <dgm:presLayoutVars>
          <dgm:chPref val="3"/>
        </dgm:presLayoutVars>
      </dgm:prSet>
      <dgm:spPr/>
      <dgm:t>
        <a:bodyPr/>
        <a:lstStyle/>
        <a:p>
          <a:endParaRPr lang="en-US"/>
        </a:p>
      </dgm:t>
    </dgm:pt>
    <dgm:pt modelId="{44D48904-5882-4DD6-9E2D-28D602F453FD}" type="pres">
      <dgm:prSet presAssocID="{93108FA7-7304-4133-980F-C43ECED33C67}" presName="rootConnector1" presStyleLbl="node1" presStyleIdx="0" presStyleCnt="0"/>
      <dgm:spPr/>
      <dgm:t>
        <a:bodyPr/>
        <a:lstStyle/>
        <a:p>
          <a:endParaRPr lang="en-US"/>
        </a:p>
      </dgm:t>
    </dgm:pt>
    <dgm:pt modelId="{0333A52C-0996-4933-8BE1-5E00BC711E48}" type="pres">
      <dgm:prSet presAssocID="{93108FA7-7304-4133-980F-C43ECED33C67}" presName="hierChild2" presStyleCnt="0"/>
      <dgm:spPr/>
    </dgm:pt>
    <dgm:pt modelId="{2C4B1716-AF85-403E-A243-609CE61C33A9}" type="pres">
      <dgm:prSet presAssocID="{1DC45B98-114E-4C3B-9A6A-66AC9EDAF482}" presName="Name37" presStyleLbl="parChTrans1D2" presStyleIdx="0" presStyleCnt="2"/>
      <dgm:spPr/>
      <dgm:t>
        <a:bodyPr/>
        <a:lstStyle/>
        <a:p>
          <a:endParaRPr lang="en-US"/>
        </a:p>
      </dgm:t>
    </dgm:pt>
    <dgm:pt modelId="{BB1F2BB0-79EC-45D1-A82E-117842FED17E}" type="pres">
      <dgm:prSet presAssocID="{B72BA3B6-2F31-4322-BDB0-AE692024432C}" presName="hierRoot2" presStyleCnt="0">
        <dgm:presLayoutVars>
          <dgm:hierBranch val="init"/>
        </dgm:presLayoutVars>
      </dgm:prSet>
      <dgm:spPr/>
    </dgm:pt>
    <dgm:pt modelId="{C6826458-F7C9-4781-A6A0-08AEAC01422E}" type="pres">
      <dgm:prSet presAssocID="{B72BA3B6-2F31-4322-BDB0-AE692024432C}" presName="rootComposite" presStyleCnt="0"/>
      <dgm:spPr/>
    </dgm:pt>
    <dgm:pt modelId="{9E60DA16-C1BB-4A81-9A5C-73ACD12DB19F}" type="pres">
      <dgm:prSet presAssocID="{B72BA3B6-2F31-4322-BDB0-AE692024432C}" presName="rootText" presStyleLbl="node2" presStyleIdx="0" presStyleCnt="2">
        <dgm:presLayoutVars>
          <dgm:chPref val="3"/>
        </dgm:presLayoutVars>
      </dgm:prSet>
      <dgm:spPr/>
      <dgm:t>
        <a:bodyPr/>
        <a:lstStyle/>
        <a:p>
          <a:endParaRPr lang="en-US"/>
        </a:p>
      </dgm:t>
    </dgm:pt>
    <dgm:pt modelId="{7E9E7A11-29F1-41F0-B1DF-D5E28D35A62A}" type="pres">
      <dgm:prSet presAssocID="{B72BA3B6-2F31-4322-BDB0-AE692024432C}" presName="rootConnector" presStyleLbl="node2" presStyleIdx="0" presStyleCnt="2"/>
      <dgm:spPr/>
      <dgm:t>
        <a:bodyPr/>
        <a:lstStyle/>
        <a:p>
          <a:endParaRPr lang="en-US"/>
        </a:p>
      </dgm:t>
    </dgm:pt>
    <dgm:pt modelId="{C5ED46F4-A2BE-415F-A0C5-61F6669940C8}" type="pres">
      <dgm:prSet presAssocID="{B72BA3B6-2F31-4322-BDB0-AE692024432C}" presName="hierChild4" presStyleCnt="0"/>
      <dgm:spPr/>
    </dgm:pt>
    <dgm:pt modelId="{299E55AA-B81C-43B9-AE17-C9CFB828A0C6}" type="pres">
      <dgm:prSet presAssocID="{B72BA3B6-2F31-4322-BDB0-AE692024432C}" presName="hierChild5" presStyleCnt="0"/>
      <dgm:spPr/>
    </dgm:pt>
    <dgm:pt modelId="{86904D42-FDD8-4CCF-AFDE-28E6B63559FC}" type="pres">
      <dgm:prSet presAssocID="{D74D1E79-C605-44AC-8F12-4AE629ED4579}" presName="Name37" presStyleLbl="parChTrans1D2" presStyleIdx="1" presStyleCnt="2"/>
      <dgm:spPr/>
      <dgm:t>
        <a:bodyPr/>
        <a:lstStyle/>
        <a:p>
          <a:endParaRPr lang="en-US"/>
        </a:p>
      </dgm:t>
    </dgm:pt>
    <dgm:pt modelId="{BBF02ADD-CB11-428F-B4A1-539FB529B452}" type="pres">
      <dgm:prSet presAssocID="{64A3BE40-0F7F-4B50-8196-600095E0A193}" presName="hierRoot2" presStyleCnt="0">
        <dgm:presLayoutVars>
          <dgm:hierBranch val="init"/>
        </dgm:presLayoutVars>
      </dgm:prSet>
      <dgm:spPr/>
    </dgm:pt>
    <dgm:pt modelId="{EF72A916-2B5B-4269-9A36-7FD2B399F242}" type="pres">
      <dgm:prSet presAssocID="{64A3BE40-0F7F-4B50-8196-600095E0A193}" presName="rootComposite" presStyleCnt="0"/>
      <dgm:spPr/>
    </dgm:pt>
    <dgm:pt modelId="{6F0708CD-8EA3-46D5-9BC6-B49AA98A32A2}" type="pres">
      <dgm:prSet presAssocID="{64A3BE40-0F7F-4B50-8196-600095E0A193}" presName="rootText" presStyleLbl="node2" presStyleIdx="1" presStyleCnt="2">
        <dgm:presLayoutVars>
          <dgm:chPref val="3"/>
        </dgm:presLayoutVars>
      </dgm:prSet>
      <dgm:spPr/>
      <dgm:t>
        <a:bodyPr/>
        <a:lstStyle/>
        <a:p>
          <a:endParaRPr lang="en-US"/>
        </a:p>
      </dgm:t>
    </dgm:pt>
    <dgm:pt modelId="{AE7A4B78-BF00-4FCC-A1C1-EAF53A8FC0B1}" type="pres">
      <dgm:prSet presAssocID="{64A3BE40-0F7F-4B50-8196-600095E0A193}" presName="rootConnector" presStyleLbl="node2" presStyleIdx="1" presStyleCnt="2"/>
      <dgm:spPr/>
      <dgm:t>
        <a:bodyPr/>
        <a:lstStyle/>
        <a:p>
          <a:endParaRPr lang="en-US"/>
        </a:p>
      </dgm:t>
    </dgm:pt>
    <dgm:pt modelId="{12D67F41-F88A-4DF3-A2D0-E78DC55E304A}" type="pres">
      <dgm:prSet presAssocID="{64A3BE40-0F7F-4B50-8196-600095E0A193}" presName="hierChild4" presStyleCnt="0"/>
      <dgm:spPr/>
    </dgm:pt>
    <dgm:pt modelId="{39665CD5-00E7-4FF0-AD68-CBCB3DB826C7}" type="pres">
      <dgm:prSet presAssocID="{407A1697-5678-48D2-A5B1-95C2146E3238}" presName="Name37" presStyleLbl="parChTrans1D3" presStyleIdx="0" presStyleCnt="3"/>
      <dgm:spPr/>
      <dgm:t>
        <a:bodyPr/>
        <a:lstStyle/>
        <a:p>
          <a:endParaRPr lang="en-US"/>
        </a:p>
      </dgm:t>
    </dgm:pt>
    <dgm:pt modelId="{838FAFE3-EB07-4256-B1F0-F59CFE2C3DCB}" type="pres">
      <dgm:prSet presAssocID="{760E6F4C-DD02-4511-BFAF-A3DDDED57BDB}" presName="hierRoot2" presStyleCnt="0">
        <dgm:presLayoutVars>
          <dgm:hierBranch val="init"/>
        </dgm:presLayoutVars>
      </dgm:prSet>
      <dgm:spPr/>
    </dgm:pt>
    <dgm:pt modelId="{2BA63047-C378-479F-BADB-55EFE4C3E8D3}" type="pres">
      <dgm:prSet presAssocID="{760E6F4C-DD02-4511-BFAF-A3DDDED57BDB}" presName="rootComposite" presStyleCnt="0"/>
      <dgm:spPr/>
    </dgm:pt>
    <dgm:pt modelId="{CAAE4564-D4D7-4D96-816C-B86881369D44}" type="pres">
      <dgm:prSet presAssocID="{760E6F4C-DD02-4511-BFAF-A3DDDED57BDB}" presName="rootText" presStyleLbl="node3" presStyleIdx="0" presStyleCnt="3" custScaleX="180508" custLinFactX="-31970" custLinFactNeighborX="-100000" custLinFactNeighborY="-1056">
        <dgm:presLayoutVars>
          <dgm:chPref val="3"/>
        </dgm:presLayoutVars>
      </dgm:prSet>
      <dgm:spPr/>
      <dgm:t>
        <a:bodyPr/>
        <a:lstStyle/>
        <a:p>
          <a:endParaRPr lang="en-US"/>
        </a:p>
      </dgm:t>
    </dgm:pt>
    <dgm:pt modelId="{9627533B-A674-4E98-A0EC-ED53EE195F6E}" type="pres">
      <dgm:prSet presAssocID="{760E6F4C-DD02-4511-BFAF-A3DDDED57BDB}" presName="rootConnector" presStyleLbl="node3" presStyleIdx="0" presStyleCnt="3"/>
      <dgm:spPr/>
      <dgm:t>
        <a:bodyPr/>
        <a:lstStyle/>
        <a:p>
          <a:endParaRPr lang="en-US"/>
        </a:p>
      </dgm:t>
    </dgm:pt>
    <dgm:pt modelId="{0F10705C-DB98-48FC-8C14-1B409E77E289}" type="pres">
      <dgm:prSet presAssocID="{760E6F4C-DD02-4511-BFAF-A3DDDED57BDB}" presName="hierChild4" presStyleCnt="0"/>
      <dgm:spPr/>
    </dgm:pt>
    <dgm:pt modelId="{349B4FCD-78DF-4455-8150-512926601D19}" type="pres">
      <dgm:prSet presAssocID="{89B95F45-E743-44B1-9637-1B9D1E184A0A}" presName="Name37" presStyleLbl="parChTrans1D4" presStyleIdx="0" presStyleCnt="3"/>
      <dgm:spPr/>
      <dgm:t>
        <a:bodyPr/>
        <a:lstStyle/>
        <a:p>
          <a:endParaRPr lang="en-US"/>
        </a:p>
      </dgm:t>
    </dgm:pt>
    <dgm:pt modelId="{868F40C9-F048-48C3-9FE4-750119CA1E41}" type="pres">
      <dgm:prSet presAssocID="{E471E304-5AAD-4DE7-A66A-3C90A784D6AE}" presName="hierRoot2" presStyleCnt="0">
        <dgm:presLayoutVars>
          <dgm:hierBranch val="init"/>
        </dgm:presLayoutVars>
      </dgm:prSet>
      <dgm:spPr/>
    </dgm:pt>
    <dgm:pt modelId="{FCF02E9E-2168-4455-A22F-EEDC614D0D50}" type="pres">
      <dgm:prSet presAssocID="{E471E304-5AAD-4DE7-A66A-3C90A784D6AE}" presName="rootComposite" presStyleCnt="0"/>
      <dgm:spPr/>
    </dgm:pt>
    <dgm:pt modelId="{5513C0C5-DD6C-4E5C-85D7-2D145EB372D7}" type="pres">
      <dgm:prSet presAssocID="{E471E304-5AAD-4DE7-A66A-3C90A784D6AE}" presName="rootText" presStyleLbl="node4" presStyleIdx="0" presStyleCnt="3" custLinFactX="-3838" custLinFactNeighborX="-100000" custLinFactNeighborY="29622">
        <dgm:presLayoutVars>
          <dgm:chPref val="3"/>
        </dgm:presLayoutVars>
      </dgm:prSet>
      <dgm:spPr/>
      <dgm:t>
        <a:bodyPr/>
        <a:lstStyle/>
        <a:p>
          <a:endParaRPr lang="en-US"/>
        </a:p>
      </dgm:t>
    </dgm:pt>
    <dgm:pt modelId="{E0CAE136-B318-4336-95EC-D4040CB2D1B1}" type="pres">
      <dgm:prSet presAssocID="{E471E304-5AAD-4DE7-A66A-3C90A784D6AE}" presName="rootConnector" presStyleLbl="node4" presStyleIdx="0" presStyleCnt="3"/>
      <dgm:spPr/>
      <dgm:t>
        <a:bodyPr/>
        <a:lstStyle/>
        <a:p>
          <a:endParaRPr lang="en-US"/>
        </a:p>
      </dgm:t>
    </dgm:pt>
    <dgm:pt modelId="{986875D5-D4FB-40D8-8D57-4A9DBDD88C8D}" type="pres">
      <dgm:prSet presAssocID="{E471E304-5AAD-4DE7-A66A-3C90A784D6AE}" presName="hierChild4" presStyleCnt="0"/>
      <dgm:spPr/>
    </dgm:pt>
    <dgm:pt modelId="{521F0821-FA18-49D2-A787-751AF18C9278}" type="pres">
      <dgm:prSet presAssocID="{E471E304-5AAD-4DE7-A66A-3C90A784D6AE}" presName="hierChild5" presStyleCnt="0"/>
      <dgm:spPr/>
    </dgm:pt>
    <dgm:pt modelId="{05193AF3-D5D5-45EE-BFC6-274F5A3F19CC}" type="pres">
      <dgm:prSet presAssocID="{760E6F4C-DD02-4511-BFAF-A3DDDED57BDB}" presName="hierChild5" presStyleCnt="0"/>
      <dgm:spPr/>
    </dgm:pt>
    <dgm:pt modelId="{54597806-6801-4E61-B642-C2BCF11190EE}" type="pres">
      <dgm:prSet presAssocID="{81994A41-0DFA-44B4-B9EA-C8017A4AB05E}" presName="Name37" presStyleLbl="parChTrans1D3" presStyleIdx="1" presStyleCnt="3"/>
      <dgm:spPr/>
      <dgm:t>
        <a:bodyPr/>
        <a:lstStyle/>
        <a:p>
          <a:endParaRPr lang="en-US"/>
        </a:p>
      </dgm:t>
    </dgm:pt>
    <dgm:pt modelId="{240293DF-1D6E-4072-9CA1-3C149D089195}" type="pres">
      <dgm:prSet presAssocID="{50DFA272-6533-40F4-9F9C-FD0D83A9D639}" presName="hierRoot2" presStyleCnt="0">
        <dgm:presLayoutVars>
          <dgm:hierBranch val="init"/>
        </dgm:presLayoutVars>
      </dgm:prSet>
      <dgm:spPr/>
    </dgm:pt>
    <dgm:pt modelId="{FAB47C89-D1F9-45BE-B8BB-3F697BCF63B0}" type="pres">
      <dgm:prSet presAssocID="{50DFA272-6533-40F4-9F9C-FD0D83A9D639}" presName="rootComposite" presStyleCnt="0"/>
      <dgm:spPr/>
    </dgm:pt>
    <dgm:pt modelId="{3047D493-522B-4805-8F0D-C8649526B757}" type="pres">
      <dgm:prSet presAssocID="{50DFA272-6533-40F4-9F9C-FD0D83A9D639}" presName="rootText" presStyleLbl="node3" presStyleIdx="1" presStyleCnt="3">
        <dgm:presLayoutVars>
          <dgm:chPref val="3"/>
        </dgm:presLayoutVars>
      </dgm:prSet>
      <dgm:spPr/>
      <dgm:t>
        <a:bodyPr/>
        <a:lstStyle/>
        <a:p>
          <a:endParaRPr lang="en-US"/>
        </a:p>
      </dgm:t>
    </dgm:pt>
    <dgm:pt modelId="{C42DD7F8-90AD-4435-B4E9-BA30079882C3}" type="pres">
      <dgm:prSet presAssocID="{50DFA272-6533-40F4-9F9C-FD0D83A9D639}" presName="rootConnector" presStyleLbl="node3" presStyleIdx="1" presStyleCnt="3"/>
      <dgm:spPr/>
      <dgm:t>
        <a:bodyPr/>
        <a:lstStyle/>
        <a:p>
          <a:endParaRPr lang="en-US"/>
        </a:p>
      </dgm:t>
    </dgm:pt>
    <dgm:pt modelId="{6DC9217E-DCD1-484F-BE33-C48949F4B9C6}" type="pres">
      <dgm:prSet presAssocID="{50DFA272-6533-40F4-9F9C-FD0D83A9D639}" presName="hierChild4" presStyleCnt="0"/>
      <dgm:spPr/>
    </dgm:pt>
    <dgm:pt modelId="{A643336D-C5CA-43A9-92C0-D56012E58920}" type="pres">
      <dgm:prSet presAssocID="{6F73A10E-810D-45E4-AC36-D59B731EB98D}" presName="Name37" presStyleLbl="parChTrans1D4" presStyleIdx="1" presStyleCnt="3"/>
      <dgm:spPr/>
      <dgm:t>
        <a:bodyPr/>
        <a:lstStyle/>
        <a:p>
          <a:endParaRPr lang="en-US"/>
        </a:p>
      </dgm:t>
    </dgm:pt>
    <dgm:pt modelId="{661004C5-F6A5-47B5-ACAD-4DBB049A3F2E}" type="pres">
      <dgm:prSet presAssocID="{06FF6C3A-8997-4A4E-9BCA-CB8DEC802275}" presName="hierRoot2" presStyleCnt="0">
        <dgm:presLayoutVars>
          <dgm:hierBranch val="init"/>
        </dgm:presLayoutVars>
      </dgm:prSet>
      <dgm:spPr/>
    </dgm:pt>
    <dgm:pt modelId="{9288334A-FECD-4A91-A6C4-E2A4F4B8FCED}" type="pres">
      <dgm:prSet presAssocID="{06FF6C3A-8997-4A4E-9BCA-CB8DEC802275}" presName="rootComposite" presStyleCnt="0"/>
      <dgm:spPr/>
    </dgm:pt>
    <dgm:pt modelId="{8DFC7135-2C5F-4552-8B0E-5E7D9A27D35B}" type="pres">
      <dgm:prSet presAssocID="{06FF6C3A-8997-4A4E-9BCA-CB8DEC802275}" presName="rootText" presStyleLbl="node4" presStyleIdx="1" presStyleCnt="3" custLinFactNeighborX="-78726" custLinFactNeighborY="3056">
        <dgm:presLayoutVars>
          <dgm:chPref val="3"/>
        </dgm:presLayoutVars>
      </dgm:prSet>
      <dgm:spPr/>
      <dgm:t>
        <a:bodyPr/>
        <a:lstStyle/>
        <a:p>
          <a:endParaRPr lang="en-US"/>
        </a:p>
      </dgm:t>
    </dgm:pt>
    <dgm:pt modelId="{60944DEC-353F-44EB-8C42-897446EB7138}" type="pres">
      <dgm:prSet presAssocID="{06FF6C3A-8997-4A4E-9BCA-CB8DEC802275}" presName="rootConnector" presStyleLbl="node4" presStyleIdx="1" presStyleCnt="3"/>
      <dgm:spPr/>
      <dgm:t>
        <a:bodyPr/>
        <a:lstStyle/>
        <a:p>
          <a:endParaRPr lang="en-US"/>
        </a:p>
      </dgm:t>
    </dgm:pt>
    <dgm:pt modelId="{CD3508B9-E4A7-45A0-B0FC-0E1A372174FF}" type="pres">
      <dgm:prSet presAssocID="{06FF6C3A-8997-4A4E-9BCA-CB8DEC802275}" presName="hierChild4" presStyleCnt="0"/>
      <dgm:spPr/>
    </dgm:pt>
    <dgm:pt modelId="{B18C8392-C1DD-436A-AFE0-40579E22392A}" type="pres">
      <dgm:prSet presAssocID="{F3F70A41-5035-4B89-883A-ABEA3C7A1B70}" presName="Name37" presStyleLbl="parChTrans1D4" presStyleIdx="2" presStyleCnt="3"/>
      <dgm:spPr/>
      <dgm:t>
        <a:bodyPr/>
        <a:lstStyle/>
        <a:p>
          <a:endParaRPr lang="en-US"/>
        </a:p>
      </dgm:t>
    </dgm:pt>
    <dgm:pt modelId="{BA8CF90F-82FD-42FC-AC0E-793651ECCAEA}" type="pres">
      <dgm:prSet presAssocID="{84F42A35-573B-430E-8287-95ED95051AD2}" presName="hierRoot2" presStyleCnt="0">
        <dgm:presLayoutVars>
          <dgm:hierBranch val="init"/>
        </dgm:presLayoutVars>
      </dgm:prSet>
      <dgm:spPr/>
    </dgm:pt>
    <dgm:pt modelId="{4F9787D1-DAE5-4672-B84E-189185BD69C9}" type="pres">
      <dgm:prSet presAssocID="{84F42A35-573B-430E-8287-95ED95051AD2}" presName="rootComposite" presStyleCnt="0"/>
      <dgm:spPr/>
    </dgm:pt>
    <dgm:pt modelId="{53C5EF59-185D-4F6D-9A40-568FC84E038B}" type="pres">
      <dgm:prSet presAssocID="{84F42A35-573B-430E-8287-95ED95051AD2}" presName="rootText" presStyleLbl="node4" presStyleIdx="2" presStyleCnt="3" custLinFactNeighborX="22462" custLinFactNeighborY="-59246">
        <dgm:presLayoutVars>
          <dgm:chPref val="3"/>
        </dgm:presLayoutVars>
      </dgm:prSet>
      <dgm:spPr/>
      <dgm:t>
        <a:bodyPr/>
        <a:lstStyle/>
        <a:p>
          <a:endParaRPr lang="en-US"/>
        </a:p>
      </dgm:t>
    </dgm:pt>
    <dgm:pt modelId="{7AF1B3FF-5606-4BD0-94BA-6EA08CD117B1}" type="pres">
      <dgm:prSet presAssocID="{84F42A35-573B-430E-8287-95ED95051AD2}" presName="rootConnector" presStyleLbl="node4" presStyleIdx="2" presStyleCnt="3"/>
      <dgm:spPr/>
      <dgm:t>
        <a:bodyPr/>
        <a:lstStyle/>
        <a:p>
          <a:endParaRPr lang="en-US"/>
        </a:p>
      </dgm:t>
    </dgm:pt>
    <dgm:pt modelId="{7D70E689-AADB-4DA4-91BC-BC878432DE5E}" type="pres">
      <dgm:prSet presAssocID="{84F42A35-573B-430E-8287-95ED95051AD2}" presName="hierChild4" presStyleCnt="0"/>
      <dgm:spPr/>
    </dgm:pt>
    <dgm:pt modelId="{EC662CAE-5B85-43B4-B77C-6875795D1802}" type="pres">
      <dgm:prSet presAssocID="{84F42A35-573B-430E-8287-95ED95051AD2}" presName="hierChild5" presStyleCnt="0"/>
      <dgm:spPr/>
    </dgm:pt>
    <dgm:pt modelId="{0C4792E0-C04C-4B89-B33B-3462B6864E83}" type="pres">
      <dgm:prSet presAssocID="{06FF6C3A-8997-4A4E-9BCA-CB8DEC802275}" presName="hierChild5" presStyleCnt="0"/>
      <dgm:spPr/>
    </dgm:pt>
    <dgm:pt modelId="{13925EE7-856B-4081-BA4D-0EFDE47A8BFC}" type="pres">
      <dgm:prSet presAssocID="{50DFA272-6533-40F4-9F9C-FD0D83A9D639}" presName="hierChild5" presStyleCnt="0"/>
      <dgm:spPr/>
    </dgm:pt>
    <dgm:pt modelId="{DE380DA6-E53D-4530-BF77-36B76854BA8E}" type="pres">
      <dgm:prSet presAssocID="{AA2418F7-85AA-4E45-ABD5-FDB1987DEC00}" presName="Name37" presStyleLbl="parChTrans1D3" presStyleIdx="2" presStyleCnt="3"/>
      <dgm:spPr/>
      <dgm:t>
        <a:bodyPr/>
        <a:lstStyle/>
        <a:p>
          <a:endParaRPr lang="en-US"/>
        </a:p>
      </dgm:t>
    </dgm:pt>
    <dgm:pt modelId="{EC41F698-8CF0-4A73-B277-1B23ED3CA9E1}" type="pres">
      <dgm:prSet presAssocID="{C44E71F8-9A60-4260-B296-9BD4C25B4E82}" presName="hierRoot2" presStyleCnt="0">
        <dgm:presLayoutVars>
          <dgm:hierBranch val="init"/>
        </dgm:presLayoutVars>
      </dgm:prSet>
      <dgm:spPr/>
    </dgm:pt>
    <dgm:pt modelId="{A9DADA3F-A0C2-435C-BCE4-13F307515221}" type="pres">
      <dgm:prSet presAssocID="{C44E71F8-9A60-4260-B296-9BD4C25B4E82}" presName="rootComposite" presStyleCnt="0"/>
      <dgm:spPr/>
    </dgm:pt>
    <dgm:pt modelId="{73E64412-C82D-4654-80B6-223C3BDE261E}" type="pres">
      <dgm:prSet presAssocID="{C44E71F8-9A60-4260-B296-9BD4C25B4E82}" presName="rootText" presStyleLbl="node3" presStyleIdx="2" presStyleCnt="3" custLinFactNeighborX="79216" custLinFactNeighborY="-1056">
        <dgm:presLayoutVars>
          <dgm:chPref val="3"/>
        </dgm:presLayoutVars>
      </dgm:prSet>
      <dgm:spPr/>
      <dgm:t>
        <a:bodyPr/>
        <a:lstStyle/>
        <a:p>
          <a:endParaRPr lang="en-US"/>
        </a:p>
      </dgm:t>
    </dgm:pt>
    <dgm:pt modelId="{FAF068D0-6471-4D34-B10E-F5BAE7FC1DBB}" type="pres">
      <dgm:prSet presAssocID="{C44E71F8-9A60-4260-B296-9BD4C25B4E82}" presName="rootConnector" presStyleLbl="node3" presStyleIdx="2" presStyleCnt="3"/>
      <dgm:spPr/>
      <dgm:t>
        <a:bodyPr/>
        <a:lstStyle/>
        <a:p>
          <a:endParaRPr lang="en-US"/>
        </a:p>
      </dgm:t>
    </dgm:pt>
    <dgm:pt modelId="{23211B94-478B-4EA5-B6E2-2F27578DF44F}" type="pres">
      <dgm:prSet presAssocID="{C44E71F8-9A60-4260-B296-9BD4C25B4E82}" presName="hierChild4" presStyleCnt="0"/>
      <dgm:spPr/>
    </dgm:pt>
    <dgm:pt modelId="{29841EC1-9AD9-49E9-9AEB-1A183B924477}" type="pres">
      <dgm:prSet presAssocID="{C44E71F8-9A60-4260-B296-9BD4C25B4E82}" presName="hierChild5" presStyleCnt="0"/>
      <dgm:spPr/>
    </dgm:pt>
    <dgm:pt modelId="{76D7CDB3-33B3-400F-A8BA-DFA6014ABD57}" type="pres">
      <dgm:prSet presAssocID="{64A3BE40-0F7F-4B50-8196-600095E0A193}" presName="hierChild5" presStyleCnt="0"/>
      <dgm:spPr/>
    </dgm:pt>
    <dgm:pt modelId="{8B9EC03F-D2E6-4E69-B69D-A53647BEA06B}" type="pres">
      <dgm:prSet presAssocID="{93108FA7-7304-4133-980F-C43ECED33C67}" presName="hierChild3" presStyleCnt="0"/>
      <dgm:spPr/>
    </dgm:pt>
  </dgm:ptLst>
  <dgm:cxnLst>
    <dgm:cxn modelId="{DFF65BA1-FD60-49E6-B2E1-865406C0AB19}" type="presOf" srcId="{E471E304-5AAD-4DE7-A66A-3C90A784D6AE}" destId="{5513C0C5-DD6C-4E5C-85D7-2D145EB372D7}" srcOrd="0" destOrd="0" presId="urn:microsoft.com/office/officeart/2005/8/layout/orgChart1"/>
    <dgm:cxn modelId="{FC7E9859-F634-4E4C-82EA-C9BB39E17FB3}" type="presOf" srcId="{64A3BE40-0F7F-4B50-8196-600095E0A193}" destId="{AE7A4B78-BF00-4FCC-A1C1-EAF53A8FC0B1}" srcOrd="1" destOrd="0" presId="urn:microsoft.com/office/officeart/2005/8/layout/orgChart1"/>
    <dgm:cxn modelId="{D1739627-AFEB-4B3C-B8DB-956F666E48E6}" type="presOf" srcId="{06FF6C3A-8997-4A4E-9BCA-CB8DEC802275}" destId="{8DFC7135-2C5F-4552-8B0E-5E7D9A27D35B}" srcOrd="0" destOrd="0" presId="urn:microsoft.com/office/officeart/2005/8/layout/orgChart1"/>
    <dgm:cxn modelId="{92EBC9F3-5253-46DD-8D39-6B30E83FC11A}" type="presOf" srcId="{D74D1E79-C605-44AC-8F12-4AE629ED4579}" destId="{86904D42-FDD8-4CCF-AFDE-28E6B63559FC}" srcOrd="0" destOrd="0" presId="urn:microsoft.com/office/officeart/2005/8/layout/orgChart1"/>
    <dgm:cxn modelId="{D988916A-CA72-45D2-A889-72E9DCF673C7}" type="presOf" srcId="{C44E71F8-9A60-4260-B296-9BD4C25B4E82}" destId="{FAF068D0-6471-4D34-B10E-F5BAE7FC1DBB}" srcOrd="1" destOrd="0" presId="urn:microsoft.com/office/officeart/2005/8/layout/orgChart1"/>
    <dgm:cxn modelId="{DF28916D-5560-4913-9420-8026B8367BCA}" srcId="{93108FA7-7304-4133-980F-C43ECED33C67}" destId="{64A3BE40-0F7F-4B50-8196-600095E0A193}" srcOrd="1" destOrd="0" parTransId="{D74D1E79-C605-44AC-8F12-4AE629ED4579}" sibTransId="{947DF057-9DD2-473F-AA4A-814E5ED79C8F}"/>
    <dgm:cxn modelId="{F25BC97A-45F0-4C97-8D6C-6144E8106274}" type="presOf" srcId="{760E6F4C-DD02-4511-BFAF-A3DDDED57BDB}" destId="{9627533B-A674-4E98-A0EC-ED53EE195F6E}" srcOrd="1" destOrd="0" presId="urn:microsoft.com/office/officeart/2005/8/layout/orgChart1"/>
    <dgm:cxn modelId="{AC3992F6-23C3-4E39-94C1-A074BDF3FA01}" type="presOf" srcId="{C44E71F8-9A60-4260-B296-9BD4C25B4E82}" destId="{73E64412-C82D-4654-80B6-223C3BDE261E}" srcOrd="0" destOrd="0" presId="urn:microsoft.com/office/officeart/2005/8/layout/orgChart1"/>
    <dgm:cxn modelId="{9C3331CC-4854-4B44-BD67-10E6D767CBAD}" type="presOf" srcId="{E471E304-5AAD-4DE7-A66A-3C90A784D6AE}" destId="{E0CAE136-B318-4336-95EC-D4040CB2D1B1}" srcOrd="1" destOrd="0" presId="urn:microsoft.com/office/officeart/2005/8/layout/orgChart1"/>
    <dgm:cxn modelId="{E8CD03F7-0DBF-4099-B7EB-31F6B6BF42AE}" type="presOf" srcId="{6F73A10E-810D-45E4-AC36-D59B731EB98D}" destId="{A643336D-C5CA-43A9-92C0-D56012E58920}" srcOrd="0" destOrd="0" presId="urn:microsoft.com/office/officeart/2005/8/layout/orgChart1"/>
    <dgm:cxn modelId="{0C2CBD38-D2CE-4FA8-97CC-3860B7E62921}" srcId="{64A3BE40-0F7F-4B50-8196-600095E0A193}" destId="{760E6F4C-DD02-4511-BFAF-A3DDDED57BDB}" srcOrd="0" destOrd="0" parTransId="{407A1697-5678-48D2-A5B1-95C2146E3238}" sibTransId="{42E57D1A-9E78-4F21-AFFC-631DDF37CCB4}"/>
    <dgm:cxn modelId="{87EA73A8-5AEC-4A0C-A7BE-D19F2C11F2DE}" type="presOf" srcId="{84F42A35-573B-430E-8287-95ED95051AD2}" destId="{7AF1B3FF-5606-4BD0-94BA-6EA08CD117B1}" srcOrd="1" destOrd="0" presId="urn:microsoft.com/office/officeart/2005/8/layout/orgChart1"/>
    <dgm:cxn modelId="{BDA6B333-1E19-491B-B142-47045EE9710F}" srcId="{06FF6C3A-8997-4A4E-9BCA-CB8DEC802275}" destId="{84F42A35-573B-430E-8287-95ED95051AD2}" srcOrd="0" destOrd="0" parTransId="{F3F70A41-5035-4B89-883A-ABEA3C7A1B70}" sibTransId="{95F82BDE-E87A-41D4-AC06-B79FCBCDE223}"/>
    <dgm:cxn modelId="{5A88B789-D976-47BF-94C2-878759883837}" type="presOf" srcId="{81994A41-0DFA-44B4-B9EA-C8017A4AB05E}" destId="{54597806-6801-4E61-B642-C2BCF11190EE}" srcOrd="0" destOrd="0" presId="urn:microsoft.com/office/officeart/2005/8/layout/orgChart1"/>
    <dgm:cxn modelId="{A87D4B26-8D3C-4B57-AA97-664DB014A299}" srcId="{760E6F4C-DD02-4511-BFAF-A3DDDED57BDB}" destId="{E471E304-5AAD-4DE7-A66A-3C90A784D6AE}" srcOrd="0" destOrd="0" parTransId="{89B95F45-E743-44B1-9637-1B9D1E184A0A}" sibTransId="{56E61D2E-2F06-46AB-A9C3-B18226E7AA69}"/>
    <dgm:cxn modelId="{D8BDDCF1-45F2-4B9C-BDBB-9C8E14B56C72}" type="presOf" srcId="{F3F70A41-5035-4B89-883A-ABEA3C7A1B70}" destId="{B18C8392-C1DD-436A-AFE0-40579E22392A}" srcOrd="0" destOrd="0" presId="urn:microsoft.com/office/officeart/2005/8/layout/orgChart1"/>
    <dgm:cxn modelId="{47404E35-0940-455F-B38A-C32EACD22F0E}" type="presOf" srcId="{50DFA272-6533-40F4-9F9C-FD0D83A9D639}" destId="{3047D493-522B-4805-8F0D-C8649526B757}" srcOrd="0" destOrd="0" presId="urn:microsoft.com/office/officeart/2005/8/layout/orgChart1"/>
    <dgm:cxn modelId="{B6AB143C-1CFB-4613-B1E9-91CA6A0491D5}" type="presOf" srcId="{84F42A35-573B-430E-8287-95ED95051AD2}" destId="{53C5EF59-185D-4F6D-9A40-568FC84E038B}" srcOrd="0" destOrd="0" presId="urn:microsoft.com/office/officeart/2005/8/layout/orgChart1"/>
    <dgm:cxn modelId="{EE64E02A-82AF-4065-95E2-5D24888F0FEC}" type="presOf" srcId="{B72BA3B6-2F31-4322-BDB0-AE692024432C}" destId="{9E60DA16-C1BB-4A81-9A5C-73ACD12DB19F}" srcOrd="0" destOrd="0" presId="urn:microsoft.com/office/officeart/2005/8/layout/orgChart1"/>
    <dgm:cxn modelId="{BFCC40BC-6C49-4C5B-8A64-679C20FEE4C0}" type="presOf" srcId="{93108FA7-7304-4133-980F-C43ECED33C67}" destId="{34F90840-E732-4D5C-A2E1-0AAB7A4F6BB5}" srcOrd="0" destOrd="0" presId="urn:microsoft.com/office/officeart/2005/8/layout/orgChart1"/>
    <dgm:cxn modelId="{855F00F9-9853-4E07-945D-64E7E3B0589E}" type="presOf" srcId="{1DC45B98-114E-4C3B-9A6A-66AC9EDAF482}" destId="{2C4B1716-AF85-403E-A243-609CE61C33A9}" srcOrd="0" destOrd="0" presId="urn:microsoft.com/office/officeart/2005/8/layout/orgChart1"/>
    <dgm:cxn modelId="{08772A20-2D69-4937-B951-CF77C386F8F3}" srcId="{93108FA7-7304-4133-980F-C43ECED33C67}" destId="{B72BA3B6-2F31-4322-BDB0-AE692024432C}" srcOrd="0" destOrd="0" parTransId="{1DC45B98-114E-4C3B-9A6A-66AC9EDAF482}" sibTransId="{06BBB312-B0C5-46EB-ACA2-2E783D556949}"/>
    <dgm:cxn modelId="{CC7906EA-BFED-4D9A-B301-96BD12981F9C}" type="presOf" srcId="{06FF6C3A-8997-4A4E-9BCA-CB8DEC802275}" destId="{60944DEC-353F-44EB-8C42-897446EB7138}" srcOrd="1" destOrd="0" presId="urn:microsoft.com/office/officeart/2005/8/layout/orgChart1"/>
    <dgm:cxn modelId="{3BF06662-1BE1-48BA-9537-FD899A52874E}" type="presOf" srcId="{ABFBB8D4-82C3-4340-9B72-B55C74BC3F58}" destId="{D353F2B3-19CE-4361-92BE-185186EA557A}" srcOrd="0" destOrd="0" presId="urn:microsoft.com/office/officeart/2005/8/layout/orgChart1"/>
    <dgm:cxn modelId="{E433E881-A11B-4554-B9A0-3AAADE622B8D}" type="presOf" srcId="{93108FA7-7304-4133-980F-C43ECED33C67}" destId="{44D48904-5882-4DD6-9E2D-28D602F453FD}" srcOrd="1" destOrd="0" presId="urn:microsoft.com/office/officeart/2005/8/layout/orgChart1"/>
    <dgm:cxn modelId="{FFF03F9B-05BD-419D-B60E-8D9E3E27510F}" srcId="{50DFA272-6533-40F4-9F9C-FD0D83A9D639}" destId="{06FF6C3A-8997-4A4E-9BCA-CB8DEC802275}" srcOrd="0" destOrd="0" parTransId="{6F73A10E-810D-45E4-AC36-D59B731EB98D}" sibTransId="{3EFAAA01-B63F-42E8-BD3D-0C46848F37C0}"/>
    <dgm:cxn modelId="{42183317-4F55-4623-BA48-156CB502BEBC}" type="presOf" srcId="{AA2418F7-85AA-4E45-ABD5-FDB1987DEC00}" destId="{DE380DA6-E53D-4530-BF77-36B76854BA8E}" srcOrd="0" destOrd="0" presId="urn:microsoft.com/office/officeart/2005/8/layout/orgChart1"/>
    <dgm:cxn modelId="{5AD0A8F3-11CE-4A9C-8461-A674DBF7F6C5}" type="presOf" srcId="{50DFA272-6533-40F4-9F9C-FD0D83A9D639}" destId="{C42DD7F8-90AD-4435-B4E9-BA30079882C3}" srcOrd="1" destOrd="0" presId="urn:microsoft.com/office/officeart/2005/8/layout/orgChart1"/>
    <dgm:cxn modelId="{0E946349-F3C1-45C9-8561-4E62CB312A99}" srcId="{64A3BE40-0F7F-4B50-8196-600095E0A193}" destId="{50DFA272-6533-40F4-9F9C-FD0D83A9D639}" srcOrd="1" destOrd="0" parTransId="{81994A41-0DFA-44B4-B9EA-C8017A4AB05E}" sibTransId="{F21B24C5-DEB4-4EE8-9744-151F639DAB08}"/>
    <dgm:cxn modelId="{1B3AD17D-3032-4E42-9D35-3FC2A1FBA879}" srcId="{64A3BE40-0F7F-4B50-8196-600095E0A193}" destId="{C44E71F8-9A60-4260-B296-9BD4C25B4E82}" srcOrd="2" destOrd="0" parTransId="{AA2418F7-85AA-4E45-ABD5-FDB1987DEC00}" sibTransId="{E43F27EE-4DDE-437A-8D80-733AF5FABC6F}"/>
    <dgm:cxn modelId="{4F092207-2E33-4B88-9E8A-7A44F7C814CD}" type="presOf" srcId="{407A1697-5678-48D2-A5B1-95C2146E3238}" destId="{39665CD5-00E7-4FF0-AD68-CBCB3DB826C7}" srcOrd="0" destOrd="0" presId="urn:microsoft.com/office/officeart/2005/8/layout/orgChart1"/>
    <dgm:cxn modelId="{E2517FEB-1216-4060-83A2-DC7D4C351D53}" srcId="{ABFBB8D4-82C3-4340-9B72-B55C74BC3F58}" destId="{93108FA7-7304-4133-980F-C43ECED33C67}" srcOrd="0" destOrd="0" parTransId="{EC3EBAE5-D12D-4615-B7B6-476CE33DEE2D}" sibTransId="{C4001229-A626-46BB-8ABA-2EF8F0A48278}"/>
    <dgm:cxn modelId="{217FD2C4-0BBC-4D7E-A0A9-E7961CF908CE}" type="presOf" srcId="{760E6F4C-DD02-4511-BFAF-A3DDDED57BDB}" destId="{CAAE4564-D4D7-4D96-816C-B86881369D44}" srcOrd="0" destOrd="0" presId="urn:microsoft.com/office/officeart/2005/8/layout/orgChart1"/>
    <dgm:cxn modelId="{051F6144-BA46-4A7D-BC4F-B5BE75050F55}" type="presOf" srcId="{B72BA3B6-2F31-4322-BDB0-AE692024432C}" destId="{7E9E7A11-29F1-41F0-B1DF-D5E28D35A62A}" srcOrd="1" destOrd="0" presId="urn:microsoft.com/office/officeart/2005/8/layout/orgChart1"/>
    <dgm:cxn modelId="{B311CA73-043C-45D4-9C5E-F2AEC2E4F311}" type="presOf" srcId="{64A3BE40-0F7F-4B50-8196-600095E0A193}" destId="{6F0708CD-8EA3-46D5-9BC6-B49AA98A32A2}" srcOrd="0" destOrd="0" presId="urn:microsoft.com/office/officeart/2005/8/layout/orgChart1"/>
    <dgm:cxn modelId="{02771E25-AD26-4CF1-8160-29D7FF9DEC0A}" type="presOf" srcId="{89B95F45-E743-44B1-9637-1B9D1E184A0A}" destId="{349B4FCD-78DF-4455-8150-512926601D19}" srcOrd="0" destOrd="0" presId="urn:microsoft.com/office/officeart/2005/8/layout/orgChart1"/>
    <dgm:cxn modelId="{580D9884-F2B2-4781-9EC1-992185D09EC4}" type="presParOf" srcId="{D353F2B3-19CE-4361-92BE-185186EA557A}" destId="{8FF51255-BDD3-44B1-8E8F-45762DE2F71C}" srcOrd="0" destOrd="0" presId="urn:microsoft.com/office/officeart/2005/8/layout/orgChart1"/>
    <dgm:cxn modelId="{EC530384-B500-4EA1-9415-674468904CB3}" type="presParOf" srcId="{8FF51255-BDD3-44B1-8E8F-45762DE2F71C}" destId="{51AD3A0B-469A-4053-8F0A-2CC11A67E807}" srcOrd="0" destOrd="0" presId="urn:microsoft.com/office/officeart/2005/8/layout/orgChart1"/>
    <dgm:cxn modelId="{7B014340-B141-4718-A5B2-354C616D6AF8}" type="presParOf" srcId="{51AD3A0B-469A-4053-8F0A-2CC11A67E807}" destId="{34F90840-E732-4D5C-A2E1-0AAB7A4F6BB5}" srcOrd="0" destOrd="0" presId="urn:microsoft.com/office/officeart/2005/8/layout/orgChart1"/>
    <dgm:cxn modelId="{B2274671-465F-4A93-831D-13CC144F7703}" type="presParOf" srcId="{51AD3A0B-469A-4053-8F0A-2CC11A67E807}" destId="{44D48904-5882-4DD6-9E2D-28D602F453FD}" srcOrd="1" destOrd="0" presId="urn:microsoft.com/office/officeart/2005/8/layout/orgChart1"/>
    <dgm:cxn modelId="{76D8E7A0-439A-454F-95F8-43F9AC46D0DD}" type="presParOf" srcId="{8FF51255-BDD3-44B1-8E8F-45762DE2F71C}" destId="{0333A52C-0996-4933-8BE1-5E00BC711E48}" srcOrd="1" destOrd="0" presId="urn:microsoft.com/office/officeart/2005/8/layout/orgChart1"/>
    <dgm:cxn modelId="{D55CBE99-62C3-4DB4-B70C-CB644B3A0539}" type="presParOf" srcId="{0333A52C-0996-4933-8BE1-5E00BC711E48}" destId="{2C4B1716-AF85-403E-A243-609CE61C33A9}" srcOrd="0" destOrd="0" presId="urn:microsoft.com/office/officeart/2005/8/layout/orgChart1"/>
    <dgm:cxn modelId="{18CB9CDF-EAFB-42BE-9569-67EF2D1C06F0}" type="presParOf" srcId="{0333A52C-0996-4933-8BE1-5E00BC711E48}" destId="{BB1F2BB0-79EC-45D1-A82E-117842FED17E}" srcOrd="1" destOrd="0" presId="urn:microsoft.com/office/officeart/2005/8/layout/orgChart1"/>
    <dgm:cxn modelId="{BCD1DDEA-9569-474E-93C3-82DEA8BEA04A}" type="presParOf" srcId="{BB1F2BB0-79EC-45D1-A82E-117842FED17E}" destId="{C6826458-F7C9-4781-A6A0-08AEAC01422E}" srcOrd="0" destOrd="0" presId="urn:microsoft.com/office/officeart/2005/8/layout/orgChart1"/>
    <dgm:cxn modelId="{8AB148CB-506E-43DA-B29F-8A3A0CC6869D}" type="presParOf" srcId="{C6826458-F7C9-4781-A6A0-08AEAC01422E}" destId="{9E60DA16-C1BB-4A81-9A5C-73ACD12DB19F}" srcOrd="0" destOrd="0" presId="urn:microsoft.com/office/officeart/2005/8/layout/orgChart1"/>
    <dgm:cxn modelId="{5EA236E1-F533-4612-9BBF-D6692C0BFB27}" type="presParOf" srcId="{C6826458-F7C9-4781-A6A0-08AEAC01422E}" destId="{7E9E7A11-29F1-41F0-B1DF-D5E28D35A62A}" srcOrd="1" destOrd="0" presId="urn:microsoft.com/office/officeart/2005/8/layout/orgChart1"/>
    <dgm:cxn modelId="{068AC3A0-C6C5-4654-B8A9-44F428A997F6}" type="presParOf" srcId="{BB1F2BB0-79EC-45D1-A82E-117842FED17E}" destId="{C5ED46F4-A2BE-415F-A0C5-61F6669940C8}" srcOrd="1" destOrd="0" presId="urn:microsoft.com/office/officeart/2005/8/layout/orgChart1"/>
    <dgm:cxn modelId="{E61E52A7-B920-4571-8B9E-278F66E875A7}" type="presParOf" srcId="{BB1F2BB0-79EC-45D1-A82E-117842FED17E}" destId="{299E55AA-B81C-43B9-AE17-C9CFB828A0C6}" srcOrd="2" destOrd="0" presId="urn:microsoft.com/office/officeart/2005/8/layout/orgChart1"/>
    <dgm:cxn modelId="{CC1E8EE7-3CE1-4301-8C97-A5EFE84912CD}" type="presParOf" srcId="{0333A52C-0996-4933-8BE1-5E00BC711E48}" destId="{86904D42-FDD8-4CCF-AFDE-28E6B63559FC}" srcOrd="2" destOrd="0" presId="urn:microsoft.com/office/officeart/2005/8/layout/orgChart1"/>
    <dgm:cxn modelId="{6CB00267-646C-4B29-8DEB-4ED2D0E055AC}" type="presParOf" srcId="{0333A52C-0996-4933-8BE1-5E00BC711E48}" destId="{BBF02ADD-CB11-428F-B4A1-539FB529B452}" srcOrd="3" destOrd="0" presId="urn:microsoft.com/office/officeart/2005/8/layout/orgChart1"/>
    <dgm:cxn modelId="{F43B3C3C-7E62-49A3-83A2-699AEB12AC9B}" type="presParOf" srcId="{BBF02ADD-CB11-428F-B4A1-539FB529B452}" destId="{EF72A916-2B5B-4269-9A36-7FD2B399F242}" srcOrd="0" destOrd="0" presId="urn:microsoft.com/office/officeart/2005/8/layout/orgChart1"/>
    <dgm:cxn modelId="{65F31241-2A46-458F-97CE-54FC2FE88E75}" type="presParOf" srcId="{EF72A916-2B5B-4269-9A36-7FD2B399F242}" destId="{6F0708CD-8EA3-46D5-9BC6-B49AA98A32A2}" srcOrd="0" destOrd="0" presId="urn:microsoft.com/office/officeart/2005/8/layout/orgChart1"/>
    <dgm:cxn modelId="{B685AA88-6189-4EC7-8671-4E6DFE0C80ED}" type="presParOf" srcId="{EF72A916-2B5B-4269-9A36-7FD2B399F242}" destId="{AE7A4B78-BF00-4FCC-A1C1-EAF53A8FC0B1}" srcOrd="1" destOrd="0" presId="urn:microsoft.com/office/officeart/2005/8/layout/orgChart1"/>
    <dgm:cxn modelId="{A7FBFB71-3012-49AC-BC8E-897D6A890C78}" type="presParOf" srcId="{BBF02ADD-CB11-428F-B4A1-539FB529B452}" destId="{12D67F41-F88A-4DF3-A2D0-E78DC55E304A}" srcOrd="1" destOrd="0" presId="urn:microsoft.com/office/officeart/2005/8/layout/orgChart1"/>
    <dgm:cxn modelId="{C7076505-24F4-455C-80F1-4A7045C65F78}" type="presParOf" srcId="{12D67F41-F88A-4DF3-A2D0-E78DC55E304A}" destId="{39665CD5-00E7-4FF0-AD68-CBCB3DB826C7}" srcOrd="0" destOrd="0" presId="urn:microsoft.com/office/officeart/2005/8/layout/orgChart1"/>
    <dgm:cxn modelId="{1A5F06E6-6163-4729-8A05-771439196EEB}" type="presParOf" srcId="{12D67F41-F88A-4DF3-A2D0-E78DC55E304A}" destId="{838FAFE3-EB07-4256-B1F0-F59CFE2C3DCB}" srcOrd="1" destOrd="0" presId="urn:microsoft.com/office/officeart/2005/8/layout/orgChart1"/>
    <dgm:cxn modelId="{3D0DFFDA-E98D-46CD-B66B-2C6003A0CA1F}" type="presParOf" srcId="{838FAFE3-EB07-4256-B1F0-F59CFE2C3DCB}" destId="{2BA63047-C378-479F-BADB-55EFE4C3E8D3}" srcOrd="0" destOrd="0" presId="urn:microsoft.com/office/officeart/2005/8/layout/orgChart1"/>
    <dgm:cxn modelId="{067344F5-C489-47B4-A888-133E91D6251C}" type="presParOf" srcId="{2BA63047-C378-479F-BADB-55EFE4C3E8D3}" destId="{CAAE4564-D4D7-4D96-816C-B86881369D44}" srcOrd="0" destOrd="0" presId="urn:microsoft.com/office/officeart/2005/8/layout/orgChart1"/>
    <dgm:cxn modelId="{557213FF-A51C-4A4C-9ABD-7C608DECF0F4}" type="presParOf" srcId="{2BA63047-C378-479F-BADB-55EFE4C3E8D3}" destId="{9627533B-A674-4E98-A0EC-ED53EE195F6E}" srcOrd="1" destOrd="0" presId="urn:microsoft.com/office/officeart/2005/8/layout/orgChart1"/>
    <dgm:cxn modelId="{3A6F0926-704A-4ADF-8434-54B64D6F99E7}" type="presParOf" srcId="{838FAFE3-EB07-4256-B1F0-F59CFE2C3DCB}" destId="{0F10705C-DB98-48FC-8C14-1B409E77E289}" srcOrd="1" destOrd="0" presId="urn:microsoft.com/office/officeart/2005/8/layout/orgChart1"/>
    <dgm:cxn modelId="{A1B2E920-C3DE-4A2C-A02F-A5BB0AC85110}" type="presParOf" srcId="{0F10705C-DB98-48FC-8C14-1B409E77E289}" destId="{349B4FCD-78DF-4455-8150-512926601D19}" srcOrd="0" destOrd="0" presId="urn:microsoft.com/office/officeart/2005/8/layout/orgChart1"/>
    <dgm:cxn modelId="{82648C1C-31B1-4675-8E8B-44F0A9FB8CB7}" type="presParOf" srcId="{0F10705C-DB98-48FC-8C14-1B409E77E289}" destId="{868F40C9-F048-48C3-9FE4-750119CA1E41}" srcOrd="1" destOrd="0" presId="urn:microsoft.com/office/officeart/2005/8/layout/orgChart1"/>
    <dgm:cxn modelId="{56CE93E6-0AD0-4C31-98A8-BCD2D0BE555F}" type="presParOf" srcId="{868F40C9-F048-48C3-9FE4-750119CA1E41}" destId="{FCF02E9E-2168-4455-A22F-EEDC614D0D50}" srcOrd="0" destOrd="0" presId="urn:microsoft.com/office/officeart/2005/8/layout/orgChart1"/>
    <dgm:cxn modelId="{20AFD1F0-2678-4DC8-9BB3-0E5932D0849F}" type="presParOf" srcId="{FCF02E9E-2168-4455-A22F-EEDC614D0D50}" destId="{5513C0C5-DD6C-4E5C-85D7-2D145EB372D7}" srcOrd="0" destOrd="0" presId="urn:microsoft.com/office/officeart/2005/8/layout/orgChart1"/>
    <dgm:cxn modelId="{700B2236-5176-40C7-9C06-91FA18E74FB8}" type="presParOf" srcId="{FCF02E9E-2168-4455-A22F-EEDC614D0D50}" destId="{E0CAE136-B318-4336-95EC-D4040CB2D1B1}" srcOrd="1" destOrd="0" presId="urn:microsoft.com/office/officeart/2005/8/layout/orgChart1"/>
    <dgm:cxn modelId="{C4F1FC29-4F26-4733-9B04-9EB40EFEFF7D}" type="presParOf" srcId="{868F40C9-F048-48C3-9FE4-750119CA1E41}" destId="{986875D5-D4FB-40D8-8D57-4A9DBDD88C8D}" srcOrd="1" destOrd="0" presId="urn:microsoft.com/office/officeart/2005/8/layout/orgChart1"/>
    <dgm:cxn modelId="{3B222257-FA35-4567-80F7-F8D6D73C352E}" type="presParOf" srcId="{868F40C9-F048-48C3-9FE4-750119CA1E41}" destId="{521F0821-FA18-49D2-A787-751AF18C9278}" srcOrd="2" destOrd="0" presId="urn:microsoft.com/office/officeart/2005/8/layout/orgChart1"/>
    <dgm:cxn modelId="{710446FF-3B27-4F53-9AED-05ABE7396571}" type="presParOf" srcId="{838FAFE3-EB07-4256-B1F0-F59CFE2C3DCB}" destId="{05193AF3-D5D5-45EE-BFC6-274F5A3F19CC}" srcOrd="2" destOrd="0" presId="urn:microsoft.com/office/officeart/2005/8/layout/orgChart1"/>
    <dgm:cxn modelId="{BCF49B78-F688-4A8A-9E58-22A6B3DE35F5}" type="presParOf" srcId="{12D67F41-F88A-4DF3-A2D0-E78DC55E304A}" destId="{54597806-6801-4E61-B642-C2BCF11190EE}" srcOrd="2" destOrd="0" presId="urn:microsoft.com/office/officeart/2005/8/layout/orgChart1"/>
    <dgm:cxn modelId="{4ED1B658-411A-4424-8CC2-00D2B53E2548}" type="presParOf" srcId="{12D67F41-F88A-4DF3-A2D0-E78DC55E304A}" destId="{240293DF-1D6E-4072-9CA1-3C149D089195}" srcOrd="3" destOrd="0" presId="urn:microsoft.com/office/officeart/2005/8/layout/orgChart1"/>
    <dgm:cxn modelId="{3CE20266-6FE7-40E4-8B50-75D726631EAA}" type="presParOf" srcId="{240293DF-1D6E-4072-9CA1-3C149D089195}" destId="{FAB47C89-D1F9-45BE-B8BB-3F697BCF63B0}" srcOrd="0" destOrd="0" presId="urn:microsoft.com/office/officeart/2005/8/layout/orgChart1"/>
    <dgm:cxn modelId="{3EC0CC82-70D7-45D9-919E-7DD4467E3063}" type="presParOf" srcId="{FAB47C89-D1F9-45BE-B8BB-3F697BCF63B0}" destId="{3047D493-522B-4805-8F0D-C8649526B757}" srcOrd="0" destOrd="0" presId="urn:microsoft.com/office/officeart/2005/8/layout/orgChart1"/>
    <dgm:cxn modelId="{12900929-059D-49C3-BBFD-D2F3C307856E}" type="presParOf" srcId="{FAB47C89-D1F9-45BE-B8BB-3F697BCF63B0}" destId="{C42DD7F8-90AD-4435-B4E9-BA30079882C3}" srcOrd="1" destOrd="0" presId="urn:microsoft.com/office/officeart/2005/8/layout/orgChart1"/>
    <dgm:cxn modelId="{801349DB-2BDB-4235-AB2F-0410F8BEBDC3}" type="presParOf" srcId="{240293DF-1D6E-4072-9CA1-3C149D089195}" destId="{6DC9217E-DCD1-484F-BE33-C48949F4B9C6}" srcOrd="1" destOrd="0" presId="urn:microsoft.com/office/officeart/2005/8/layout/orgChart1"/>
    <dgm:cxn modelId="{33E5889C-0E26-4708-A698-FED218C2C808}" type="presParOf" srcId="{6DC9217E-DCD1-484F-BE33-C48949F4B9C6}" destId="{A643336D-C5CA-43A9-92C0-D56012E58920}" srcOrd="0" destOrd="0" presId="urn:microsoft.com/office/officeart/2005/8/layout/orgChart1"/>
    <dgm:cxn modelId="{28EEB823-39FE-4367-BCBE-1AE3C9A87693}" type="presParOf" srcId="{6DC9217E-DCD1-484F-BE33-C48949F4B9C6}" destId="{661004C5-F6A5-47B5-ACAD-4DBB049A3F2E}" srcOrd="1" destOrd="0" presId="urn:microsoft.com/office/officeart/2005/8/layout/orgChart1"/>
    <dgm:cxn modelId="{4E8157D0-4927-43A7-A222-B6F60E24038D}" type="presParOf" srcId="{661004C5-F6A5-47B5-ACAD-4DBB049A3F2E}" destId="{9288334A-FECD-4A91-A6C4-E2A4F4B8FCED}" srcOrd="0" destOrd="0" presId="urn:microsoft.com/office/officeart/2005/8/layout/orgChart1"/>
    <dgm:cxn modelId="{FB749C4B-5B21-45E7-AC52-137A62BB4458}" type="presParOf" srcId="{9288334A-FECD-4A91-A6C4-E2A4F4B8FCED}" destId="{8DFC7135-2C5F-4552-8B0E-5E7D9A27D35B}" srcOrd="0" destOrd="0" presId="urn:microsoft.com/office/officeart/2005/8/layout/orgChart1"/>
    <dgm:cxn modelId="{A826B334-B63F-4706-BD0F-1B011361AC4C}" type="presParOf" srcId="{9288334A-FECD-4A91-A6C4-E2A4F4B8FCED}" destId="{60944DEC-353F-44EB-8C42-897446EB7138}" srcOrd="1" destOrd="0" presId="urn:microsoft.com/office/officeart/2005/8/layout/orgChart1"/>
    <dgm:cxn modelId="{7664E3F1-9553-4C34-A11B-7DDEF9C23362}" type="presParOf" srcId="{661004C5-F6A5-47B5-ACAD-4DBB049A3F2E}" destId="{CD3508B9-E4A7-45A0-B0FC-0E1A372174FF}" srcOrd="1" destOrd="0" presId="urn:microsoft.com/office/officeart/2005/8/layout/orgChart1"/>
    <dgm:cxn modelId="{626B105D-63EB-4F0C-9C9B-A4141793488A}" type="presParOf" srcId="{CD3508B9-E4A7-45A0-B0FC-0E1A372174FF}" destId="{B18C8392-C1DD-436A-AFE0-40579E22392A}" srcOrd="0" destOrd="0" presId="urn:microsoft.com/office/officeart/2005/8/layout/orgChart1"/>
    <dgm:cxn modelId="{4C2C4483-1AD5-4337-A897-2A497CF739B6}" type="presParOf" srcId="{CD3508B9-E4A7-45A0-B0FC-0E1A372174FF}" destId="{BA8CF90F-82FD-42FC-AC0E-793651ECCAEA}" srcOrd="1" destOrd="0" presId="urn:microsoft.com/office/officeart/2005/8/layout/orgChart1"/>
    <dgm:cxn modelId="{977243FB-9D81-4768-81A6-30AA16B54273}" type="presParOf" srcId="{BA8CF90F-82FD-42FC-AC0E-793651ECCAEA}" destId="{4F9787D1-DAE5-4672-B84E-189185BD69C9}" srcOrd="0" destOrd="0" presId="urn:microsoft.com/office/officeart/2005/8/layout/orgChart1"/>
    <dgm:cxn modelId="{E762F232-1698-4E58-ADEF-CE657FAF8762}" type="presParOf" srcId="{4F9787D1-DAE5-4672-B84E-189185BD69C9}" destId="{53C5EF59-185D-4F6D-9A40-568FC84E038B}" srcOrd="0" destOrd="0" presId="urn:microsoft.com/office/officeart/2005/8/layout/orgChart1"/>
    <dgm:cxn modelId="{BC8EB523-B4FA-44C4-AB23-C802474B41FD}" type="presParOf" srcId="{4F9787D1-DAE5-4672-B84E-189185BD69C9}" destId="{7AF1B3FF-5606-4BD0-94BA-6EA08CD117B1}" srcOrd="1" destOrd="0" presId="urn:microsoft.com/office/officeart/2005/8/layout/orgChart1"/>
    <dgm:cxn modelId="{1B049EEB-922E-4E3B-A173-89C073F60366}" type="presParOf" srcId="{BA8CF90F-82FD-42FC-AC0E-793651ECCAEA}" destId="{7D70E689-AADB-4DA4-91BC-BC878432DE5E}" srcOrd="1" destOrd="0" presId="urn:microsoft.com/office/officeart/2005/8/layout/orgChart1"/>
    <dgm:cxn modelId="{4F09F88A-36DB-4CE3-A732-BFA4C66F1139}" type="presParOf" srcId="{BA8CF90F-82FD-42FC-AC0E-793651ECCAEA}" destId="{EC662CAE-5B85-43B4-B77C-6875795D1802}" srcOrd="2" destOrd="0" presId="urn:microsoft.com/office/officeart/2005/8/layout/orgChart1"/>
    <dgm:cxn modelId="{419E80AD-2C8C-48EA-9B5C-198F11B5064B}" type="presParOf" srcId="{661004C5-F6A5-47B5-ACAD-4DBB049A3F2E}" destId="{0C4792E0-C04C-4B89-B33B-3462B6864E83}" srcOrd="2" destOrd="0" presId="urn:microsoft.com/office/officeart/2005/8/layout/orgChart1"/>
    <dgm:cxn modelId="{A495EB35-CBB3-4DF8-9380-CAF05D02BF9D}" type="presParOf" srcId="{240293DF-1D6E-4072-9CA1-3C149D089195}" destId="{13925EE7-856B-4081-BA4D-0EFDE47A8BFC}" srcOrd="2" destOrd="0" presId="urn:microsoft.com/office/officeart/2005/8/layout/orgChart1"/>
    <dgm:cxn modelId="{711F52EB-18F9-46F1-88F3-D75BC3A85F35}" type="presParOf" srcId="{12D67F41-F88A-4DF3-A2D0-E78DC55E304A}" destId="{DE380DA6-E53D-4530-BF77-36B76854BA8E}" srcOrd="4" destOrd="0" presId="urn:microsoft.com/office/officeart/2005/8/layout/orgChart1"/>
    <dgm:cxn modelId="{397CA5D4-2EE2-43FC-970D-0D58ECC56977}" type="presParOf" srcId="{12D67F41-F88A-4DF3-A2D0-E78DC55E304A}" destId="{EC41F698-8CF0-4A73-B277-1B23ED3CA9E1}" srcOrd="5" destOrd="0" presId="urn:microsoft.com/office/officeart/2005/8/layout/orgChart1"/>
    <dgm:cxn modelId="{437B7BD1-D416-46DF-9ABE-1F47C2C239A7}" type="presParOf" srcId="{EC41F698-8CF0-4A73-B277-1B23ED3CA9E1}" destId="{A9DADA3F-A0C2-435C-BCE4-13F307515221}" srcOrd="0" destOrd="0" presId="urn:microsoft.com/office/officeart/2005/8/layout/orgChart1"/>
    <dgm:cxn modelId="{882C05FB-1DFD-4427-8F3B-5B2734696325}" type="presParOf" srcId="{A9DADA3F-A0C2-435C-BCE4-13F307515221}" destId="{73E64412-C82D-4654-80B6-223C3BDE261E}" srcOrd="0" destOrd="0" presId="urn:microsoft.com/office/officeart/2005/8/layout/orgChart1"/>
    <dgm:cxn modelId="{74ACF765-6156-42DD-9EC0-322E85D84D1F}" type="presParOf" srcId="{A9DADA3F-A0C2-435C-BCE4-13F307515221}" destId="{FAF068D0-6471-4D34-B10E-F5BAE7FC1DBB}" srcOrd="1" destOrd="0" presId="urn:microsoft.com/office/officeart/2005/8/layout/orgChart1"/>
    <dgm:cxn modelId="{C863A034-D56D-4193-A502-AECDD29CDCBB}" type="presParOf" srcId="{EC41F698-8CF0-4A73-B277-1B23ED3CA9E1}" destId="{23211B94-478B-4EA5-B6E2-2F27578DF44F}" srcOrd="1" destOrd="0" presId="urn:microsoft.com/office/officeart/2005/8/layout/orgChart1"/>
    <dgm:cxn modelId="{E581ED58-8712-45DC-BEC6-729EAC0015E1}" type="presParOf" srcId="{EC41F698-8CF0-4A73-B277-1B23ED3CA9E1}" destId="{29841EC1-9AD9-49E9-9AEB-1A183B924477}" srcOrd="2" destOrd="0" presId="urn:microsoft.com/office/officeart/2005/8/layout/orgChart1"/>
    <dgm:cxn modelId="{E69923F1-F040-4FF0-9CEE-CC967A8D3EC0}" type="presParOf" srcId="{BBF02ADD-CB11-428F-B4A1-539FB529B452}" destId="{76D7CDB3-33B3-400F-A8BA-DFA6014ABD57}" srcOrd="2" destOrd="0" presId="urn:microsoft.com/office/officeart/2005/8/layout/orgChart1"/>
    <dgm:cxn modelId="{17C91557-E7E1-4365-B7FF-51255A3E3D7F}" type="presParOf" srcId="{8FF51255-BDD3-44B1-8E8F-45762DE2F71C}" destId="{8B9EC03F-D2E6-4E69-B69D-A53647BEA06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7451F2-0749-41E7-ADC8-D516C33A1202}"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754EDFF-780F-4F98-A90E-E46948C2F31D}">
      <dgm:prSet phldrT="[Tex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1800" b="1" dirty="0" smtClean="0"/>
            <a:t>Hazardous</a:t>
          </a:r>
          <a:endParaRPr lang="en-US" sz="1800" b="1" dirty="0"/>
        </a:p>
      </dgm:t>
    </dgm:pt>
    <dgm:pt modelId="{C175ECF9-EA30-4282-998F-40B163F40668}" type="parTrans" cxnId="{EA3242C7-E922-47D7-BBD5-EC1AA3B238C1}">
      <dgm:prSet/>
      <dgm:spPr/>
      <dgm:t>
        <a:bodyPr/>
        <a:lstStyle/>
        <a:p>
          <a:endParaRPr lang="en-US"/>
        </a:p>
      </dgm:t>
    </dgm:pt>
    <dgm:pt modelId="{0D67F3F9-4DAC-4901-842E-AF4F0C28494E}" type="sibTrans" cxnId="{EA3242C7-E922-47D7-BBD5-EC1AA3B238C1}">
      <dgm:prSet/>
      <dgm:spPr/>
      <dgm:t>
        <a:bodyPr/>
        <a:lstStyle/>
        <a:p>
          <a:endParaRPr lang="en-US"/>
        </a:p>
      </dgm:t>
    </dgm:pt>
    <dgm:pt modelId="{B5E0927B-C3BA-4C01-BD05-E1855A78C7B5}">
      <dgm:prSet phldrT="[Text]" custT="1">
        <dgm:style>
          <a:lnRef idx="0">
            <a:schemeClr val="dk1"/>
          </a:lnRef>
          <a:fillRef idx="3">
            <a:schemeClr val="dk1"/>
          </a:fillRef>
          <a:effectRef idx="3">
            <a:schemeClr val="dk1"/>
          </a:effectRef>
          <a:fontRef idx="minor">
            <a:schemeClr val="lt1"/>
          </a:fontRef>
        </dgm:style>
      </dgm:prSet>
      <dgm:spPr/>
      <dgm:t>
        <a:bodyPr/>
        <a:lstStyle/>
        <a:p>
          <a:r>
            <a:rPr lang="en-US" sz="1800" b="1" u="sng" dirty="0" smtClean="0"/>
            <a:t>Hazardous</a:t>
          </a:r>
          <a:r>
            <a:rPr lang="en-US" sz="1800" b="1" dirty="0" smtClean="0"/>
            <a:t>  </a:t>
          </a:r>
          <a:r>
            <a:rPr lang="en-US" sz="1700" dirty="0" smtClean="0"/>
            <a:t>Cytotoxic drug, toxic chemicals, radioactive waste stored in cement tanks until half life</a:t>
          </a:r>
          <a:endParaRPr lang="en-US" sz="1700" dirty="0"/>
        </a:p>
      </dgm:t>
      <dgm:extLst>
        <a:ext uri="{E40237B7-FDA0-4F09-8148-C483321AD2D9}">
          <dgm14:cNvPr xmlns:dgm14="http://schemas.microsoft.com/office/drawing/2010/diagram" id="0" name="" descr="Cytotoxic drugs, Toxic Chemicals, Radioactive Waste" title="Hzardous Waste"/>
        </a:ext>
      </dgm:extLst>
    </dgm:pt>
    <dgm:pt modelId="{9CF98D61-6A72-4456-93F2-2A7F5574BCCE}" type="parTrans" cxnId="{FF43CABF-2AEC-42BB-808C-48A4447CBEA8}">
      <dgm:prSet/>
      <dgm:spPr/>
      <dgm:t>
        <a:bodyPr/>
        <a:lstStyle/>
        <a:p>
          <a:endParaRPr lang="en-US"/>
        </a:p>
      </dgm:t>
    </dgm:pt>
    <dgm:pt modelId="{158C725D-5DC7-48F6-A03B-B1138C37E9E0}" type="sibTrans" cxnId="{FF43CABF-2AEC-42BB-808C-48A4447CBEA8}">
      <dgm:prSet/>
      <dgm:spPr/>
      <dgm:t>
        <a:bodyPr/>
        <a:lstStyle/>
        <a:p>
          <a:endParaRPr lang="en-US"/>
        </a:p>
      </dgm:t>
    </dgm:pt>
    <dgm:pt modelId="{4E471A94-8553-4DC1-966D-A15D61EDE88B}">
      <dgm:prSet phldrT="[Text]" custT="1">
        <dgm:style>
          <a:lnRef idx="1">
            <a:schemeClr val="accent1"/>
          </a:lnRef>
          <a:fillRef idx="3">
            <a:schemeClr val="accent1"/>
          </a:fillRef>
          <a:effectRef idx="2">
            <a:schemeClr val="accent1"/>
          </a:effectRef>
          <a:fontRef idx="minor">
            <a:schemeClr val="lt1"/>
          </a:fontRef>
        </dgm:style>
      </dgm:prSet>
      <dgm:spPr/>
      <dgm:t>
        <a:bodyPr/>
        <a:lstStyle/>
        <a:p>
          <a:r>
            <a:rPr lang="en-US" sz="1800" b="1" dirty="0" smtClean="0"/>
            <a:t>Sharps</a:t>
          </a:r>
          <a:endParaRPr lang="en-US" sz="1800" b="1" dirty="0"/>
        </a:p>
      </dgm:t>
    </dgm:pt>
    <dgm:pt modelId="{1248DDAE-E5B5-4B99-859F-703D301C1BE0}" type="parTrans" cxnId="{0B8983F5-5BAD-449A-96C1-B67E7D55F4AC}">
      <dgm:prSet/>
      <dgm:spPr/>
      <dgm:t>
        <a:bodyPr/>
        <a:lstStyle/>
        <a:p>
          <a:endParaRPr lang="en-US"/>
        </a:p>
      </dgm:t>
    </dgm:pt>
    <dgm:pt modelId="{7B5ACCA1-12F0-4E4E-88F0-D248DD37BA57}" type="sibTrans" cxnId="{0B8983F5-5BAD-449A-96C1-B67E7D55F4AC}">
      <dgm:prSet/>
      <dgm:spPr/>
      <dgm:t>
        <a:bodyPr/>
        <a:lstStyle/>
        <a:p>
          <a:endParaRPr lang="en-US"/>
        </a:p>
      </dgm:t>
    </dgm:pt>
    <dgm:pt modelId="{722051C8-B168-4DFD-8575-2547006B8586}">
      <dgm:prSet custT="1">
        <dgm:style>
          <a:lnRef idx="1">
            <a:schemeClr val="accent1"/>
          </a:lnRef>
          <a:fillRef idx="3">
            <a:schemeClr val="accent1"/>
          </a:fillRef>
          <a:effectRef idx="2">
            <a:schemeClr val="accent1"/>
          </a:effectRef>
          <a:fontRef idx="minor">
            <a:schemeClr val="lt1"/>
          </a:fontRef>
        </dgm:style>
      </dgm:prSet>
      <dgm:spPr/>
      <dgm:t>
        <a:bodyPr/>
        <a:lstStyle/>
        <a:p>
          <a:r>
            <a:rPr lang="en-US" sz="1800" b="1" dirty="0" smtClean="0"/>
            <a:t>Clinical Waste </a:t>
          </a:r>
          <a:r>
            <a:rPr lang="en-US" sz="1700" dirty="0" smtClean="0"/>
            <a:t>(Infectious Waste)</a:t>
          </a:r>
          <a:endParaRPr lang="en-US" sz="1700" dirty="0"/>
        </a:p>
      </dgm:t>
    </dgm:pt>
    <dgm:pt modelId="{224D0FD5-CC1A-42E7-964E-75EF4400900B}" type="parTrans" cxnId="{2267B749-3FF4-48AE-A46B-DBC530A0CBEF}">
      <dgm:prSet/>
      <dgm:spPr/>
      <dgm:t>
        <a:bodyPr/>
        <a:lstStyle/>
        <a:p>
          <a:endParaRPr lang="en-US"/>
        </a:p>
      </dgm:t>
    </dgm:pt>
    <dgm:pt modelId="{57F5DA4C-534D-41D2-95E9-73C2B21A7687}" type="sibTrans" cxnId="{2267B749-3FF4-48AE-A46B-DBC530A0CBEF}">
      <dgm:prSet/>
      <dgm:spPr/>
      <dgm:t>
        <a:bodyPr/>
        <a:lstStyle/>
        <a:p>
          <a:endParaRPr lang="en-US"/>
        </a:p>
      </dgm:t>
    </dgm:pt>
    <dgm:pt modelId="{B62D5448-63C8-40CD-A3CF-E9C839C9BBD7}">
      <dgm:prSet phldrT="[Text]" custT="1">
        <dgm:style>
          <a:lnRef idx="1">
            <a:schemeClr val="accent2"/>
          </a:lnRef>
          <a:fillRef idx="2">
            <a:schemeClr val="accent2"/>
          </a:fillRef>
          <a:effectRef idx="1">
            <a:schemeClr val="accent2"/>
          </a:effectRef>
          <a:fontRef idx="minor">
            <a:schemeClr val="dk1"/>
          </a:fontRef>
        </dgm:style>
      </dgm:prSet>
      <dgm:spPr/>
      <dgm:t>
        <a:bodyPr/>
        <a:lstStyle/>
        <a:p>
          <a:r>
            <a:rPr lang="en-US" sz="1800" b="1" dirty="0" smtClean="0"/>
            <a:t>Non-Sharp</a:t>
          </a:r>
          <a:endParaRPr lang="en-US" sz="1800" b="1" dirty="0"/>
        </a:p>
      </dgm:t>
    </dgm:pt>
    <dgm:pt modelId="{71CA9C00-88B4-4C3B-AC78-8906D527F4F1}" type="parTrans" cxnId="{4B1A2E48-5B50-4B81-864D-761B6D53B42E}">
      <dgm:prSet/>
      <dgm:spPr/>
      <dgm:t>
        <a:bodyPr/>
        <a:lstStyle/>
        <a:p>
          <a:endParaRPr lang="en-US"/>
        </a:p>
      </dgm:t>
    </dgm:pt>
    <dgm:pt modelId="{06FEE9D0-748E-45B9-AFBB-05E845536BEC}" type="sibTrans" cxnId="{4B1A2E48-5B50-4B81-864D-761B6D53B42E}">
      <dgm:prSet/>
      <dgm:spPr/>
      <dgm:t>
        <a:bodyPr/>
        <a:lstStyle/>
        <a:p>
          <a:endParaRPr lang="en-US"/>
        </a:p>
      </dgm:t>
    </dgm:pt>
    <dgm:pt modelId="{67E87CD2-C92C-4D7D-A97A-F6C423EC57A9}">
      <dgm:prSet phldrT="[Text]">
        <dgm:style>
          <a:lnRef idx="1">
            <a:schemeClr val="accent1"/>
          </a:lnRef>
          <a:fillRef idx="3">
            <a:schemeClr val="accent1"/>
          </a:fillRef>
          <a:effectRef idx="2">
            <a:schemeClr val="accent1"/>
          </a:effectRef>
          <a:fontRef idx="minor">
            <a:schemeClr val="lt1"/>
          </a:fontRef>
        </dgm:style>
      </dgm:prSet>
      <dgm:spPr/>
      <dgm:t>
        <a:bodyPr/>
        <a:lstStyle/>
        <a:p>
          <a:r>
            <a:rPr lang="en-US" dirty="0" smtClean="0"/>
            <a:t>Steam Sterilize, Shared deep Burial Encapsulation</a:t>
          </a:r>
          <a:endParaRPr lang="en-US" dirty="0"/>
        </a:p>
      </dgm:t>
    </dgm:pt>
    <dgm:pt modelId="{1A811D05-947F-4FF9-BBF0-6BF46A46FBF0}" type="parTrans" cxnId="{5782BA82-10D0-421E-ACE3-F1349A89F266}">
      <dgm:prSet/>
      <dgm:spPr/>
      <dgm:t>
        <a:bodyPr/>
        <a:lstStyle/>
        <a:p>
          <a:endParaRPr lang="en-US"/>
        </a:p>
      </dgm:t>
    </dgm:pt>
    <dgm:pt modelId="{AE09E1AA-8070-4EFA-80BA-BCE8D889C616}" type="sibTrans" cxnId="{5782BA82-10D0-421E-ACE3-F1349A89F266}">
      <dgm:prSet/>
      <dgm:spPr/>
      <dgm:t>
        <a:bodyPr/>
        <a:lstStyle/>
        <a:p>
          <a:endParaRPr lang="en-US"/>
        </a:p>
      </dgm:t>
    </dgm:pt>
    <dgm:pt modelId="{88B7D8E4-CADF-40A6-BE6A-C9D7385DB2BC}" type="pres">
      <dgm:prSet presAssocID="{827451F2-0749-41E7-ADC8-D516C33A1202}" presName="hierChild1" presStyleCnt="0">
        <dgm:presLayoutVars>
          <dgm:orgChart val="1"/>
          <dgm:chPref val="1"/>
          <dgm:dir/>
          <dgm:animOne val="branch"/>
          <dgm:animLvl val="lvl"/>
          <dgm:resizeHandles/>
        </dgm:presLayoutVars>
      </dgm:prSet>
      <dgm:spPr/>
      <dgm:t>
        <a:bodyPr/>
        <a:lstStyle/>
        <a:p>
          <a:endParaRPr lang="en-US"/>
        </a:p>
      </dgm:t>
    </dgm:pt>
    <dgm:pt modelId="{C8B9C3C1-12BC-4139-A414-31E835C1EE04}" type="pres">
      <dgm:prSet presAssocID="{1754EDFF-780F-4F98-A90E-E46948C2F31D}" presName="hierRoot1" presStyleCnt="0">
        <dgm:presLayoutVars>
          <dgm:hierBranch val="init"/>
        </dgm:presLayoutVars>
      </dgm:prSet>
      <dgm:spPr/>
    </dgm:pt>
    <dgm:pt modelId="{B46BC14E-9F76-4C53-B442-1467B473248B}" type="pres">
      <dgm:prSet presAssocID="{1754EDFF-780F-4F98-A90E-E46948C2F31D}" presName="rootComposite1" presStyleCnt="0"/>
      <dgm:spPr/>
    </dgm:pt>
    <dgm:pt modelId="{98A783F0-4E7E-48A6-809C-C9F2E0638E05}" type="pres">
      <dgm:prSet presAssocID="{1754EDFF-780F-4F98-A90E-E46948C2F31D}" presName="rootText1" presStyleLbl="node0" presStyleIdx="0" presStyleCnt="1" custScaleX="122787">
        <dgm:presLayoutVars>
          <dgm:chPref val="3"/>
        </dgm:presLayoutVars>
      </dgm:prSet>
      <dgm:spPr/>
      <dgm:t>
        <a:bodyPr/>
        <a:lstStyle/>
        <a:p>
          <a:endParaRPr lang="en-US"/>
        </a:p>
      </dgm:t>
    </dgm:pt>
    <dgm:pt modelId="{686CD7AD-AD69-4F06-A60C-8A4422AC0AA6}" type="pres">
      <dgm:prSet presAssocID="{1754EDFF-780F-4F98-A90E-E46948C2F31D}" presName="rootConnector1" presStyleLbl="node1" presStyleIdx="0" presStyleCnt="0"/>
      <dgm:spPr/>
      <dgm:t>
        <a:bodyPr/>
        <a:lstStyle/>
        <a:p>
          <a:endParaRPr lang="en-US"/>
        </a:p>
      </dgm:t>
    </dgm:pt>
    <dgm:pt modelId="{24B263FF-E22F-4628-87F6-5078E6E610EA}" type="pres">
      <dgm:prSet presAssocID="{1754EDFF-780F-4F98-A90E-E46948C2F31D}" presName="hierChild2" presStyleCnt="0"/>
      <dgm:spPr/>
    </dgm:pt>
    <dgm:pt modelId="{36D06642-6787-4E11-8EEE-2462E74044BC}" type="pres">
      <dgm:prSet presAssocID="{9CF98D61-6A72-4456-93F2-2A7F5574BCCE}" presName="Name37" presStyleLbl="parChTrans1D2" presStyleIdx="0" presStyleCnt="2"/>
      <dgm:spPr/>
      <dgm:t>
        <a:bodyPr/>
        <a:lstStyle/>
        <a:p>
          <a:endParaRPr lang="en-US"/>
        </a:p>
      </dgm:t>
    </dgm:pt>
    <dgm:pt modelId="{D035142F-3560-4781-BF76-54522C8C8CD2}" type="pres">
      <dgm:prSet presAssocID="{B5E0927B-C3BA-4C01-BD05-E1855A78C7B5}" presName="hierRoot2" presStyleCnt="0">
        <dgm:presLayoutVars>
          <dgm:hierBranch val="init"/>
        </dgm:presLayoutVars>
      </dgm:prSet>
      <dgm:spPr/>
    </dgm:pt>
    <dgm:pt modelId="{D78B81ED-7457-4276-B89F-7FEFF682AF0F}" type="pres">
      <dgm:prSet presAssocID="{B5E0927B-C3BA-4C01-BD05-E1855A78C7B5}" presName="rootComposite" presStyleCnt="0"/>
      <dgm:spPr/>
    </dgm:pt>
    <dgm:pt modelId="{359D82EA-55E7-4A45-BB0A-CA0E20D08FF1}" type="pres">
      <dgm:prSet presAssocID="{B5E0927B-C3BA-4C01-BD05-E1855A78C7B5}" presName="rootText" presStyleLbl="node2" presStyleIdx="0" presStyleCnt="2" custScaleX="126360" custScaleY="225927" custLinFactNeighborX="-55505" custLinFactNeighborY="-118">
        <dgm:presLayoutVars>
          <dgm:chPref val="3"/>
        </dgm:presLayoutVars>
      </dgm:prSet>
      <dgm:spPr/>
      <dgm:t>
        <a:bodyPr/>
        <a:lstStyle/>
        <a:p>
          <a:endParaRPr lang="en-US"/>
        </a:p>
      </dgm:t>
    </dgm:pt>
    <dgm:pt modelId="{D47A3120-C56E-426E-AFAA-39599B9C9549}" type="pres">
      <dgm:prSet presAssocID="{B5E0927B-C3BA-4C01-BD05-E1855A78C7B5}" presName="rootConnector" presStyleLbl="node2" presStyleIdx="0" presStyleCnt="2"/>
      <dgm:spPr/>
      <dgm:t>
        <a:bodyPr/>
        <a:lstStyle/>
        <a:p>
          <a:endParaRPr lang="en-US"/>
        </a:p>
      </dgm:t>
    </dgm:pt>
    <dgm:pt modelId="{CF6965E4-23C2-4082-86D9-E86855F2F550}" type="pres">
      <dgm:prSet presAssocID="{B5E0927B-C3BA-4C01-BD05-E1855A78C7B5}" presName="hierChild4" presStyleCnt="0"/>
      <dgm:spPr/>
    </dgm:pt>
    <dgm:pt modelId="{44994F92-C613-456C-A5F4-E9D6B823CF6E}" type="pres">
      <dgm:prSet presAssocID="{B5E0927B-C3BA-4C01-BD05-E1855A78C7B5}" presName="hierChild5" presStyleCnt="0"/>
      <dgm:spPr/>
    </dgm:pt>
    <dgm:pt modelId="{F051DE6F-5AAF-41D4-BB94-DD6A2882B66B}" type="pres">
      <dgm:prSet presAssocID="{224D0FD5-CC1A-42E7-964E-75EF4400900B}" presName="Name37" presStyleLbl="parChTrans1D2" presStyleIdx="1" presStyleCnt="2"/>
      <dgm:spPr/>
      <dgm:t>
        <a:bodyPr/>
        <a:lstStyle/>
        <a:p>
          <a:endParaRPr lang="en-US"/>
        </a:p>
      </dgm:t>
    </dgm:pt>
    <dgm:pt modelId="{F5AE9C30-071A-41F9-8D2C-54D46168EB52}" type="pres">
      <dgm:prSet presAssocID="{722051C8-B168-4DFD-8575-2547006B8586}" presName="hierRoot2" presStyleCnt="0">
        <dgm:presLayoutVars>
          <dgm:hierBranch val="init"/>
        </dgm:presLayoutVars>
      </dgm:prSet>
      <dgm:spPr/>
    </dgm:pt>
    <dgm:pt modelId="{BF6CA199-50FC-4123-BE42-FA34A54AB7C7}" type="pres">
      <dgm:prSet presAssocID="{722051C8-B168-4DFD-8575-2547006B8586}" presName="rootComposite" presStyleCnt="0"/>
      <dgm:spPr/>
    </dgm:pt>
    <dgm:pt modelId="{DE4284CA-D919-4B2B-BB13-4DF73CF4AAA4}" type="pres">
      <dgm:prSet presAssocID="{722051C8-B168-4DFD-8575-2547006B8586}" presName="rootText" presStyleLbl="node2" presStyleIdx="1" presStyleCnt="2" custScaleX="156937" custLinFactNeighborX="48047">
        <dgm:presLayoutVars>
          <dgm:chPref val="3"/>
        </dgm:presLayoutVars>
      </dgm:prSet>
      <dgm:spPr/>
      <dgm:t>
        <a:bodyPr/>
        <a:lstStyle/>
        <a:p>
          <a:endParaRPr lang="en-US"/>
        </a:p>
      </dgm:t>
    </dgm:pt>
    <dgm:pt modelId="{75C0FDE4-B3CD-440B-98AE-2F7D11585F94}" type="pres">
      <dgm:prSet presAssocID="{722051C8-B168-4DFD-8575-2547006B8586}" presName="rootConnector" presStyleLbl="node2" presStyleIdx="1" presStyleCnt="2"/>
      <dgm:spPr/>
      <dgm:t>
        <a:bodyPr/>
        <a:lstStyle/>
        <a:p>
          <a:endParaRPr lang="en-US"/>
        </a:p>
      </dgm:t>
    </dgm:pt>
    <dgm:pt modelId="{65C6B365-3A7D-4001-A8F1-D712FA3228C8}" type="pres">
      <dgm:prSet presAssocID="{722051C8-B168-4DFD-8575-2547006B8586}" presName="hierChild4" presStyleCnt="0"/>
      <dgm:spPr/>
    </dgm:pt>
    <dgm:pt modelId="{168C1BED-5B6F-4ABE-A482-1EA2C9C6882C}" type="pres">
      <dgm:prSet presAssocID="{1248DDAE-E5B5-4B99-859F-703D301C1BE0}" presName="Name37" presStyleLbl="parChTrans1D3" presStyleIdx="0" presStyleCnt="2"/>
      <dgm:spPr/>
      <dgm:t>
        <a:bodyPr/>
        <a:lstStyle/>
        <a:p>
          <a:endParaRPr lang="en-US"/>
        </a:p>
      </dgm:t>
    </dgm:pt>
    <dgm:pt modelId="{5289B16E-A5D0-4DF3-8EBB-06683CE0586F}" type="pres">
      <dgm:prSet presAssocID="{4E471A94-8553-4DC1-966D-A15D61EDE88B}" presName="hierRoot2" presStyleCnt="0">
        <dgm:presLayoutVars>
          <dgm:hierBranch val="init"/>
        </dgm:presLayoutVars>
      </dgm:prSet>
      <dgm:spPr/>
    </dgm:pt>
    <dgm:pt modelId="{286F5B0A-6395-4210-A3EB-B6D8A2C3C7A1}" type="pres">
      <dgm:prSet presAssocID="{4E471A94-8553-4DC1-966D-A15D61EDE88B}" presName="rootComposite" presStyleCnt="0"/>
      <dgm:spPr/>
    </dgm:pt>
    <dgm:pt modelId="{EDBCBD62-BA00-4E72-88D6-B67FE04EF482}" type="pres">
      <dgm:prSet presAssocID="{4E471A94-8553-4DC1-966D-A15D61EDE88B}" presName="rootText" presStyleLbl="node3" presStyleIdx="0" presStyleCnt="2" custScaleX="117115">
        <dgm:presLayoutVars>
          <dgm:chPref val="3"/>
        </dgm:presLayoutVars>
      </dgm:prSet>
      <dgm:spPr/>
      <dgm:t>
        <a:bodyPr/>
        <a:lstStyle/>
        <a:p>
          <a:endParaRPr lang="en-US"/>
        </a:p>
      </dgm:t>
    </dgm:pt>
    <dgm:pt modelId="{AF45360A-1929-47E3-8E2E-5E5437662997}" type="pres">
      <dgm:prSet presAssocID="{4E471A94-8553-4DC1-966D-A15D61EDE88B}" presName="rootConnector" presStyleLbl="node3" presStyleIdx="0" presStyleCnt="2"/>
      <dgm:spPr/>
      <dgm:t>
        <a:bodyPr/>
        <a:lstStyle/>
        <a:p>
          <a:endParaRPr lang="en-US"/>
        </a:p>
      </dgm:t>
    </dgm:pt>
    <dgm:pt modelId="{80BDBEB0-40CB-4247-9850-0B9DECFF4DAE}" type="pres">
      <dgm:prSet presAssocID="{4E471A94-8553-4DC1-966D-A15D61EDE88B}" presName="hierChild4" presStyleCnt="0"/>
      <dgm:spPr/>
    </dgm:pt>
    <dgm:pt modelId="{7F45A53A-C656-4F68-B8CB-1E407CDA312D}" type="pres">
      <dgm:prSet presAssocID="{1A811D05-947F-4FF9-BBF0-6BF46A46FBF0}" presName="Name37" presStyleLbl="parChTrans1D4" presStyleIdx="0" presStyleCnt="1"/>
      <dgm:spPr/>
      <dgm:t>
        <a:bodyPr/>
        <a:lstStyle/>
        <a:p>
          <a:endParaRPr lang="en-US"/>
        </a:p>
      </dgm:t>
    </dgm:pt>
    <dgm:pt modelId="{F00A215B-4C06-441A-979B-A2B976C891F9}" type="pres">
      <dgm:prSet presAssocID="{67E87CD2-C92C-4D7D-A97A-F6C423EC57A9}" presName="hierRoot2" presStyleCnt="0">
        <dgm:presLayoutVars>
          <dgm:hierBranch val="init"/>
        </dgm:presLayoutVars>
      </dgm:prSet>
      <dgm:spPr/>
    </dgm:pt>
    <dgm:pt modelId="{41915AAF-D6FF-488D-AE03-66FFDFE8B9C3}" type="pres">
      <dgm:prSet presAssocID="{67E87CD2-C92C-4D7D-A97A-F6C423EC57A9}" presName="rootComposite" presStyleCnt="0"/>
      <dgm:spPr/>
    </dgm:pt>
    <dgm:pt modelId="{95459EBC-41E6-40D0-862C-7EF3A1FD78EC}" type="pres">
      <dgm:prSet presAssocID="{67E87CD2-C92C-4D7D-A97A-F6C423EC57A9}" presName="rootText" presStyleLbl="node4" presStyleIdx="0" presStyleCnt="1" custScaleX="148279" custLinFactNeighborX="19967" custLinFactNeighborY="-5523">
        <dgm:presLayoutVars>
          <dgm:chPref val="3"/>
        </dgm:presLayoutVars>
      </dgm:prSet>
      <dgm:spPr/>
      <dgm:t>
        <a:bodyPr/>
        <a:lstStyle/>
        <a:p>
          <a:endParaRPr lang="en-US"/>
        </a:p>
      </dgm:t>
    </dgm:pt>
    <dgm:pt modelId="{68FE92D9-CA9C-4C8D-BFB4-FBDF5344C920}" type="pres">
      <dgm:prSet presAssocID="{67E87CD2-C92C-4D7D-A97A-F6C423EC57A9}" presName="rootConnector" presStyleLbl="node4" presStyleIdx="0" presStyleCnt="1"/>
      <dgm:spPr/>
      <dgm:t>
        <a:bodyPr/>
        <a:lstStyle/>
        <a:p>
          <a:endParaRPr lang="en-US"/>
        </a:p>
      </dgm:t>
    </dgm:pt>
    <dgm:pt modelId="{322B675D-8C5A-4443-9554-DC61F9C0319E}" type="pres">
      <dgm:prSet presAssocID="{67E87CD2-C92C-4D7D-A97A-F6C423EC57A9}" presName="hierChild4" presStyleCnt="0"/>
      <dgm:spPr/>
    </dgm:pt>
    <dgm:pt modelId="{A9C882BD-0AE4-4397-9411-D259825E0217}" type="pres">
      <dgm:prSet presAssocID="{67E87CD2-C92C-4D7D-A97A-F6C423EC57A9}" presName="hierChild5" presStyleCnt="0"/>
      <dgm:spPr/>
    </dgm:pt>
    <dgm:pt modelId="{B7AD927C-A8C4-42CC-9F6F-B5E1D8B5AC00}" type="pres">
      <dgm:prSet presAssocID="{4E471A94-8553-4DC1-966D-A15D61EDE88B}" presName="hierChild5" presStyleCnt="0"/>
      <dgm:spPr/>
    </dgm:pt>
    <dgm:pt modelId="{35F2E86F-FA33-4975-8149-68F58D6B742D}" type="pres">
      <dgm:prSet presAssocID="{71CA9C00-88B4-4C3B-AC78-8906D527F4F1}" presName="Name37" presStyleLbl="parChTrans1D3" presStyleIdx="1" presStyleCnt="2"/>
      <dgm:spPr/>
      <dgm:t>
        <a:bodyPr/>
        <a:lstStyle/>
        <a:p>
          <a:endParaRPr lang="en-US"/>
        </a:p>
      </dgm:t>
    </dgm:pt>
    <dgm:pt modelId="{80168D6C-1735-4809-B0B8-867468E4D32D}" type="pres">
      <dgm:prSet presAssocID="{B62D5448-63C8-40CD-A3CF-E9C839C9BBD7}" presName="hierRoot2" presStyleCnt="0">
        <dgm:presLayoutVars>
          <dgm:hierBranch val="init"/>
        </dgm:presLayoutVars>
      </dgm:prSet>
      <dgm:spPr/>
    </dgm:pt>
    <dgm:pt modelId="{BF8E72DE-646C-4160-9FEC-052C3C092D85}" type="pres">
      <dgm:prSet presAssocID="{B62D5448-63C8-40CD-A3CF-E9C839C9BBD7}" presName="rootComposite" presStyleCnt="0"/>
      <dgm:spPr/>
    </dgm:pt>
    <dgm:pt modelId="{88E3ED4F-7E66-4CB8-BBD0-804B96345440}" type="pres">
      <dgm:prSet presAssocID="{B62D5448-63C8-40CD-A3CF-E9C839C9BBD7}" presName="rootText" presStyleLbl="node3" presStyleIdx="1" presStyleCnt="2" custLinFactNeighborX="66182">
        <dgm:presLayoutVars>
          <dgm:chPref val="3"/>
        </dgm:presLayoutVars>
      </dgm:prSet>
      <dgm:spPr/>
      <dgm:t>
        <a:bodyPr/>
        <a:lstStyle/>
        <a:p>
          <a:endParaRPr lang="en-US"/>
        </a:p>
      </dgm:t>
    </dgm:pt>
    <dgm:pt modelId="{96920CA6-71CD-4CD0-A37D-FF0C0CF969B9}" type="pres">
      <dgm:prSet presAssocID="{B62D5448-63C8-40CD-A3CF-E9C839C9BBD7}" presName="rootConnector" presStyleLbl="node3" presStyleIdx="1" presStyleCnt="2"/>
      <dgm:spPr/>
      <dgm:t>
        <a:bodyPr/>
        <a:lstStyle/>
        <a:p>
          <a:endParaRPr lang="en-US"/>
        </a:p>
      </dgm:t>
    </dgm:pt>
    <dgm:pt modelId="{BA09D261-85E9-4EBD-8934-F64A8831C3A8}" type="pres">
      <dgm:prSet presAssocID="{B62D5448-63C8-40CD-A3CF-E9C839C9BBD7}" presName="hierChild4" presStyleCnt="0"/>
      <dgm:spPr/>
    </dgm:pt>
    <dgm:pt modelId="{3EC5BE10-5ED1-42D8-8B4A-041910B2849D}" type="pres">
      <dgm:prSet presAssocID="{B62D5448-63C8-40CD-A3CF-E9C839C9BBD7}" presName="hierChild5" presStyleCnt="0"/>
      <dgm:spPr/>
    </dgm:pt>
    <dgm:pt modelId="{90E259F0-FA8E-4CDA-B96D-037BB0E145A9}" type="pres">
      <dgm:prSet presAssocID="{722051C8-B168-4DFD-8575-2547006B8586}" presName="hierChild5" presStyleCnt="0"/>
      <dgm:spPr/>
    </dgm:pt>
    <dgm:pt modelId="{9143577E-80A5-48B4-9F77-D5E292CB712B}" type="pres">
      <dgm:prSet presAssocID="{1754EDFF-780F-4F98-A90E-E46948C2F31D}" presName="hierChild3" presStyleCnt="0"/>
      <dgm:spPr/>
    </dgm:pt>
  </dgm:ptLst>
  <dgm:cxnLst>
    <dgm:cxn modelId="{D05EA5E1-1A3B-499D-BD70-6B4C17DA4420}" type="presOf" srcId="{1754EDFF-780F-4F98-A90E-E46948C2F31D}" destId="{98A783F0-4E7E-48A6-809C-C9F2E0638E05}" srcOrd="0" destOrd="0" presId="urn:microsoft.com/office/officeart/2005/8/layout/orgChart1"/>
    <dgm:cxn modelId="{CFD16C04-740F-432B-87F1-B8EB5F5BB051}" type="presOf" srcId="{1248DDAE-E5B5-4B99-859F-703D301C1BE0}" destId="{168C1BED-5B6F-4ABE-A482-1EA2C9C6882C}" srcOrd="0" destOrd="0" presId="urn:microsoft.com/office/officeart/2005/8/layout/orgChart1"/>
    <dgm:cxn modelId="{7243004A-F05F-4FD1-964A-FFB450DB6C46}" type="presOf" srcId="{722051C8-B168-4DFD-8575-2547006B8586}" destId="{DE4284CA-D919-4B2B-BB13-4DF73CF4AAA4}" srcOrd="0" destOrd="0" presId="urn:microsoft.com/office/officeart/2005/8/layout/orgChart1"/>
    <dgm:cxn modelId="{5782BA82-10D0-421E-ACE3-F1349A89F266}" srcId="{4E471A94-8553-4DC1-966D-A15D61EDE88B}" destId="{67E87CD2-C92C-4D7D-A97A-F6C423EC57A9}" srcOrd="0" destOrd="0" parTransId="{1A811D05-947F-4FF9-BBF0-6BF46A46FBF0}" sibTransId="{AE09E1AA-8070-4EFA-80BA-BCE8D889C616}"/>
    <dgm:cxn modelId="{4B1A2E48-5B50-4B81-864D-761B6D53B42E}" srcId="{722051C8-B168-4DFD-8575-2547006B8586}" destId="{B62D5448-63C8-40CD-A3CF-E9C839C9BBD7}" srcOrd="1" destOrd="0" parTransId="{71CA9C00-88B4-4C3B-AC78-8906D527F4F1}" sibTransId="{06FEE9D0-748E-45B9-AFBB-05E845536BEC}"/>
    <dgm:cxn modelId="{45683FA9-4320-4095-B3C2-ABB2A1361F2B}" type="presOf" srcId="{4E471A94-8553-4DC1-966D-A15D61EDE88B}" destId="{AF45360A-1929-47E3-8E2E-5E5437662997}" srcOrd="1" destOrd="0" presId="urn:microsoft.com/office/officeart/2005/8/layout/orgChart1"/>
    <dgm:cxn modelId="{EA3242C7-E922-47D7-BBD5-EC1AA3B238C1}" srcId="{827451F2-0749-41E7-ADC8-D516C33A1202}" destId="{1754EDFF-780F-4F98-A90E-E46948C2F31D}" srcOrd="0" destOrd="0" parTransId="{C175ECF9-EA30-4282-998F-40B163F40668}" sibTransId="{0D67F3F9-4DAC-4901-842E-AF4F0C28494E}"/>
    <dgm:cxn modelId="{FA236BA5-011D-4F87-ACFA-620480A476C0}" type="presOf" srcId="{71CA9C00-88B4-4C3B-AC78-8906D527F4F1}" destId="{35F2E86F-FA33-4975-8149-68F58D6B742D}" srcOrd="0" destOrd="0" presId="urn:microsoft.com/office/officeart/2005/8/layout/orgChart1"/>
    <dgm:cxn modelId="{6809F572-7F54-4986-8626-7836B2C098EA}" type="presOf" srcId="{1754EDFF-780F-4F98-A90E-E46948C2F31D}" destId="{686CD7AD-AD69-4F06-A60C-8A4422AC0AA6}" srcOrd="1" destOrd="0" presId="urn:microsoft.com/office/officeart/2005/8/layout/orgChart1"/>
    <dgm:cxn modelId="{6FA87A1C-4C7E-4E85-A031-A586238C962F}" type="presOf" srcId="{1A811D05-947F-4FF9-BBF0-6BF46A46FBF0}" destId="{7F45A53A-C656-4F68-B8CB-1E407CDA312D}" srcOrd="0" destOrd="0" presId="urn:microsoft.com/office/officeart/2005/8/layout/orgChart1"/>
    <dgm:cxn modelId="{4E49D73A-7868-471E-8AA7-1A7015CE2816}" type="presOf" srcId="{9CF98D61-6A72-4456-93F2-2A7F5574BCCE}" destId="{36D06642-6787-4E11-8EEE-2462E74044BC}" srcOrd="0" destOrd="0" presId="urn:microsoft.com/office/officeart/2005/8/layout/orgChart1"/>
    <dgm:cxn modelId="{FF43CABF-2AEC-42BB-808C-48A4447CBEA8}" srcId="{1754EDFF-780F-4F98-A90E-E46948C2F31D}" destId="{B5E0927B-C3BA-4C01-BD05-E1855A78C7B5}" srcOrd="0" destOrd="0" parTransId="{9CF98D61-6A72-4456-93F2-2A7F5574BCCE}" sibTransId="{158C725D-5DC7-48F6-A03B-B1138C37E9E0}"/>
    <dgm:cxn modelId="{5A7A9E13-7B1A-405F-94DC-CEAD4E5DEDAC}" type="presOf" srcId="{67E87CD2-C92C-4D7D-A97A-F6C423EC57A9}" destId="{68FE92D9-CA9C-4C8D-BFB4-FBDF5344C920}" srcOrd="1" destOrd="0" presId="urn:microsoft.com/office/officeart/2005/8/layout/orgChart1"/>
    <dgm:cxn modelId="{2267B749-3FF4-48AE-A46B-DBC530A0CBEF}" srcId="{1754EDFF-780F-4F98-A90E-E46948C2F31D}" destId="{722051C8-B168-4DFD-8575-2547006B8586}" srcOrd="1" destOrd="0" parTransId="{224D0FD5-CC1A-42E7-964E-75EF4400900B}" sibTransId="{57F5DA4C-534D-41D2-95E9-73C2B21A7687}"/>
    <dgm:cxn modelId="{85049D8B-B081-4EBD-B6DD-5EBB7E430FAB}" type="presOf" srcId="{B5E0927B-C3BA-4C01-BD05-E1855A78C7B5}" destId="{D47A3120-C56E-426E-AFAA-39599B9C9549}" srcOrd="1" destOrd="0" presId="urn:microsoft.com/office/officeart/2005/8/layout/orgChart1"/>
    <dgm:cxn modelId="{0E43E4BC-E155-4D29-AD70-CC26E00BCB99}" type="presOf" srcId="{722051C8-B168-4DFD-8575-2547006B8586}" destId="{75C0FDE4-B3CD-440B-98AE-2F7D11585F94}" srcOrd="1" destOrd="0" presId="urn:microsoft.com/office/officeart/2005/8/layout/orgChart1"/>
    <dgm:cxn modelId="{8681EEFD-691C-4EB7-A6DD-5FC68C0238E7}" type="presOf" srcId="{827451F2-0749-41E7-ADC8-D516C33A1202}" destId="{88B7D8E4-CADF-40A6-BE6A-C9D7385DB2BC}" srcOrd="0" destOrd="0" presId="urn:microsoft.com/office/officeart/2005/8/layout/orgChart1"/>
    <dgm:cxn modelId="{6626134D-F920-4624-8C7D-26A9A0B37525}" type="presOf" srcId="{B5E0927B-C3BA-4C01-BD05-E1855A78C7B5}" destId="{359D82EA-55E7-4A45-BB0A-CA0E20D08FF1}" srcOrd="0" destOrd="0" presId="urn:microsoft.com/office/officeart/2005/8/layout/orgChart1"/>
    <dgm:cxn modelId="{FA0DC5E8-C95D-4FDE-A2DF-857B7448469A}" type="presOf" srcId="{224D0FD5-CC1A-42E7-964E-75EF4400900B}" destId="{F051DE6F-5AAF-41D4-BB94-DD6A2882B66B}" srcOrd="0" destOrd="0" presId="urn:microsoft.com/office/officeart/2005/8/layout/orgChart1"/>
    <dgm:cxn modelId="{0B4CC9F9-3AEA-42F9-BD13-5096F050DAB0}" type="presOf" srcId="{4E471A94-8553-4DC1-966D-A15D61EDE88B}" destId="{EDBCBD62-BA00-4E72-88D6-B67FE04EF482}" srcOrd="0" destOrd="0" presId="urn:microsoft.com/office/officeart/2005/8/layout/orgChart1"/>
    <dgm:cxn modelId="{0015DDBD-C353-4F43-9A58-45988DCAF4D8}" type="presOf" srcId="{67E87CD2-C92C-4D7D-A97A-F6C423EC57A9}" destId="{95459EBC-41E6-40D0-862C-7EF3A1FD78EC}" srcOrd="0" destOrd="0" presId="urn:microsoft.com/office/officeart/2005/8/layout/orgChart1"/>
    <dgm:cxn modelId="{DA9DD3D8-E21B-47C3-BB51-FCCF17DA408A}" type="presOf" srcId="{B62D5448-63C8-40CD-A3CF-E9C839C9BBD7}" destId="{88E3ED4F-7E66-4CB8-BBD0-804B96345440}" srcOrd="0" destOrd="0" presId="urn:microsoft.com/office/officeart/2005/8/layout/orgChart1"/>
    <dgm:cxn modelId="{28205606-5012-4893-B732-FC9FFF9AD1C2}" type="presOf" srcId="{B62D5448-63C8-40CD-A3CF-E9C839C9BBD7}" destId="{96920CA6-71CD-4CD0-A37D-FF0C0CF969B9}" srcOrd="1" destOrd="0" presId="urn:microsoft.com/office/officeart/2005/8/layout/orgChart1"/>
    <dgm:cxn modelId="{0B8983F5-5BAD-449A-96C1-B67E7D55F4AC}" srcId="{722051C8-B168-4DFD-8575-2547006B8586}" destId="{4E471A94-8553-4DC1-966D-A15D61EDE88B}" srcOrd="0" destOrd="0" parTransId="{1248DDAE-E5B5-4B99-859F-703D301C1BE0}" sibTransId="{7B5ACCA1-12F0-4E4E-88F0-D248DD37BA57}"/>
    <dgm:cxn modelId="{BDD7EFB2-A820-428A-A839-A137C8031D13}" type="presParOf" srcId="{88B7D8E4-CADF-40A6-BE6A-C9D7385DB2BC}" destId="{C8B9C3C1-12BC-4139-A414-31E835C1EE04}" srcOrd="0" destOrd="0" presId="urn:microsoft.com/office/officeart/2005/8/layout/orgChart1"/>
    <dgm:cxn modelId="{B2F08541-4220-4AF6-95FC-4DD28A3653AD}" type="presParOf" srcId="{C8B9C3C1-12BC-4139-A414-31E835C1EE04}" destId="{B46BC14E-9F76-4C53-B442-1467B473248B}" srcOrd="0" destOrd="0" presId="urn:microsoft.com/office/officeart/2005/8/layout/orgChart1"/>
    <dgm:cxn modelId="{9E4BB121-90A6-486F-B146-E5E3B4A66788}" type="presParOf" srcId="{B46BC14E-9F76-4C53-B442-1467B473248B}" destId="{98A783F0-4E7E-48A6-809C-C9F2E0638E05}" srcOrd="0" destOrd="0" presId="urn:microsoft.com/office/officeart/2005/8/layout/orgChart1"/>
    <dgm:cxn modelId="{07FDAA6A-1C28-43E8-9487-6D5AD68F304C}" type="presParOf" srcId="{B46BC14E-9F76-4C53-B442-1467B473248B}" destId="{686CD7AD-AD69-4F06-A60C-8A4422AC0AA6}" srcOrd="1" destOrd="0" presId="urn:microsoft.com/office/officeart/2005/8/layout/orgChart1"/>
    <dgm:cxn modelId="{F6DCBD40-D187-49AD-8E0D-C4D70B7B7080}" type="presParOf" srcId="{C8B9C3C1-12BC-4139-A414-31E835C1EE04}" destId="{24B263FF-E22F-4628-87F6-5078E6E610EA}" srcOrd="1" destOrd="0" presId="urn:microsoft.com/office/officeart/2005/8/layout/orgChart1"/>
    <dgm:cxn modelId="{AB95D292-361E-4007-ADCA-9ACC97527274}" type="presParOf" srcId="{24B263FF-E22F-4628-87F6-5078E6E610EA}" destId="{36D06642-6787-4E11-8EEE-2462E74044BC}" srcOrd="0" destOrd="0" presId="urn:microsoft.com/office/officeart/2005/8/layout/orgChart1"/>
    <dgm:cxn modelId="{9114438C-7161-4F4A-8E1E-D812C6CFEBA5}" type="presParOf" srcId="{24B263FF-E22F-4628-87F6-5078E6E610EA}" destId="{D035142F-3560-4781-BF76-54522C8C8CD2}" srcOrd="1" destOrd="0" presId="urn:microsoft.com/office/officeart/2005/8/layout/orgChart1"/>
    <dgm:cxn modelId="{2F802490-3F52-49A2-BF06-DA10238EE0A5}" type="presParOf" srcId="{D035142F-3560-4781-BF76-54522C8C8CD2}" destId="{D78B81ED-7457-4276-B89F-7FEFF682AF0F}" srcOrd="0" destOrd="0" presId="urn:microsoft.com/office/officeart/2005/8/layout/orgChart1"/>
    <dgm:cxn modelId="{B82BC5D3-EF71-4D66-BF19-F5D6E2442457}" type="presParOf" srcId="{D78B81ED-7457-4276-B89F-7FEFF682AF0F}" destId="{359D82EA-55E7-4A45-BB0A-CA0E20D08FF1}" srcOrd="0" destOrd="0" presId="urn:microsoft.com/office/officeart/2005/8/layout/orgChart1"/>
    <dgm:cxn modelId="{51259AAE-6C61-4E41-AE81-1D6A4A36CA90}" type="presParOf" srcId="{D78B81ED-7457-4276-B89F-7FEFF682AF0F}" destId="{D47A3120-C56E-426E-AFAA-39599B9C9549}" srcOrd="1" destOrd="0" presId="urn:microsoft.com/office/officeart/2005/8/layout/orgChart1"/>
    <dgm:cxn modelId="{9D223D36-F007-4638-9525-DBB8C7800E3B}" type="presParOf" srcId="{D035142F-3560-4781-BF76-54522C8C8CD2}" destId="{CF6965E4-23C2-4082-86D9-E86855F2F550}" srcOrd="1" destOrd="0" presId="urn:microsoft.com/office/officeart/2005/8/layout/orgChart1"/>
    <dgm:cxn modelId="{EE61D7F2-5475-43CA-9D11-A678331F9EF2}" type="presParOf" srcId="{D035142F-3560-4781-BF76-54522C8C8CD2}" destId="{44994F92-C613-456C-A5F4-E9D6B823CF6E}" srcOrd="2" destOrd="0" presId="urn:microsoft.com/office/officeart/2005/8/layout/orgChart1"/>
    <dgm:cxn modelId="{7E0D09C3-1029-497B-81C7-CD3053D92FF7}" type="presParOf" srcId="{24B263FF-E22F-4628-87F6-5078E6E610EA}" destId="{F051DE6F-5AAF-41D4-BB94-DD6A2882B66B}" srcOrd="2" destOrd="0" presId="urn:microsoft.com/office/officeart/2005/8/layout/orgChart1"/>
    <dgm:cxn modelId="{8904CB3F-5E97-44C3-B501-FD6279B7BA10}" type="presParOf" srcId="{24B263FF-E22F-4628-87F6-5078E6E610EA}" destId="{F5AE9C30-071A-41F9-8D2C-54D46168EB52}" srcOrd="3" destOrd="0" presId="urn:microsoft.com/office/officeart/2005/8/layout/orgChart1"/>
    <dgm:cxn modelId="{B71CECA9-0D68-49BE-A48D-10FDC37D1D80}" type="presParOf" srcId="{F5AE9C30-071A-41F9-8D2C-54D46168EB52}" destId="{BF6CA199-50FC-4123-BE42-FA34A54AB7C7}" srcOrd="0" destOrd="0" presId="urn:microsoft.com/office/officeart/2005/8/layout/orgChart1"/>
    <dgm:cxn modelId="{200132EF-9406-4EDC-975C-D40FB00A04A5}" type="presParOf" srcId="{BF6CA199-50FC-4123-BE42-FA34A54AB7C7}" destId="{DE4284CA-D919-4B2B-BB13-4DF73CF4AAA4}" srcOrd="0" destOrd="0" presId="urn:microsoft.com/office/officeart/2005/8/layout/orgChart1"/>
    <dgm:cxn modelId="{86162DCC-49FE-4986-B8EC-805D37D91D38}" type="presParOf" srcId="{BF6CA199-50FC-4123-BE42-FA34A54AB7C7}" destId="{75C0FDE4-B3CD-440B-98AE-2F7D11585F94}" srcOrd="1" destOrd="0" presId="urn:microsoft.com/office/officeart/2005/8/layout/orgChart1"/>
    <dgm:cxn modelId="{CE1F1650-6F0C-4865-87E8-45DED7E0358D}" type="presParOf" srcId="{F5AE9C30-071A-41F9-8D2C-54D46168EB52}" destId="{65C6B365-3A7D-4001-A8F1-D712FA3228C8}" srcOrd="1" destOrd="0" presId="urn:microsoft.com/office/officeart/2005/8/layout/orgChart1"/>
    <dgm:cxn modelId="{DB99948A-09CA-4F9B-BEF1-BA2DF3F91EE7}" type="presParOf" srcId="{65C6B365-3A7D-4001-A8F1-D712FA3228C8}" destId="{168C1BED-5B6F-4ABE-A482-1EA2C9C6882C}" srcOrd="0" destOrd="0" presId="urn:microsoft.com/office/officeart/2005/8/layout/orgChart1"/>
    <dgm:cxn modelId="{AB6A81BA-2C7A-4D7A-9422-C6A4C4840B96}" type="presParOf" srcId="{65C6B365-3A7D-4001-A8F1-D712FA3228C8}" destId="{5289B16E-A5D0-4DF3-8EBB-06683CE0586F}" srcOrd="1" destOrd="0" presId="urn:microsoft.com/office/officeart/2005/8/layout/orgChart1"/>
    <dgm:cxn modelId="{883F3D5E-99FA-4A3B-9A7C-67E1636CD058}" type="presParOf" srcId="{5289B16E-A5D0-4DF3-8EBB-06683CE0586F}" destId="{286F5B0A-6395-4210-A3EB-B6D8A2C3C7A1}" srcOrd="0" destOrd="0" presId="urn:microsoft.com/office/officeart/2005/8/layout/orgChart1"/>
    <dgm:cxn modelId="{728F9D38-E977-4F21-AFB2-B4805EC943DD}" type="presParOf" srcId="{286F5B0A-6395-4210-A3EB-B6D8A2C3C7A1}" destId="{EDBCBD62-BA00-4E72-88D6-B67FE04EF482}" srcOrd="0" destOrd="0" presId="urn:microsoft.com/office/officeart/2005/8/layout/orgChart1"/>
    <dgm:cxn modelId="{AED7939B-157C-4F3D-8A61-837C6FECF2ED}" type="presParOf" srcId="{286F5B0A-6395-4210-A3EB-B6D8A2C3C7A1}" destId="{AF45360A-1929-47E3-8E2E-5E5437662997}" srcOrd="1" destOrd="0" presId="urn:microsoft.com/office/officeart/2005/8/layout/orgChart1"/>
    <dgm:cxn modelId="{91D41E81-388B-44E2-918C-00067B1A5A64}" type="presParOf" srcId="{5289B16E-A5D0-4DF3-8EBB-06683CE0586F}" destId="{80BDBEB0-40CB-4247-9850-0B9DECFF4DAE}" srcOrd="1" destOrd="0" presId="urn:microsoft.com/office/officeart/2005/8/layout/orgChart1"/>
    <dgm:cxn modelId="{C5161A49-9C4D-4696-B61F-00FB78545B49}" type="presParOf" srcId="{80BDBEB0-40CB-4247-9850-0B9DECFF4DAE}" destId="{7F45A53A-C656-4F68-B8CB-1E407CDA312D}" srcOrd="0" destOrd="0" presId="urn:microsoft.com/office/officeart/2005/8/layout/orgChart1"/>
    <dgm:cxn modelId="{579CE008-CF12-44FA-84CF-58A3D9BB5B3E}" type="presParOf" srcId="{80BDBEB0-40CB-4247-9850-0B9DECFF4DAE}" destId="{F00A215B-4C06-441A-979B-A2B976C891F9}" srcOrd="1" destOrd="0" presId="urn:microsoft.com/office/officeart/2005/8/layout/orgChart1"/>
    <dgm:cxn modelId="{9CE0A04F-F669-4C83-A8BB-8EF60267F73A}" type="presParOf" srcId="{F00A215B-4C06-441A-979B-A2B976C891F9}" destId="{41915AAF-D6FF-488D-AE03-66FFDFE8B9C3}" srcOrd="0" destOrd="0" presId="urn:microsoft.com/office/officeart/2005/8/layout/orgChart1"/>
    <dgm:cxn modelId="{CFF3151A-02DE-444F-8BBD-4EC555FEBB69}" type="presParOf" srcId="{41915AAF-D6FF-488D-AE03-66FFDFE8B9C3}" destId="{95459EBC-41E6-40D0-862C-7EF3A1FD78EC}" srcOrd="0" destOrd="0" presId="urn:microsoft.com/office/officeart/2005/8/layout/orgChart1"/>
    <dgm:cxn modelId="{455E8A26-4004-40DD-8351-1AD3A4A57D2A}" type="presParOf" srcId="{41915AAF-D6FF-488D-AE03-66FFDFE8B9C3}" destId="{68FE92D9-CA9C-4C8D-BFB4-FBDF5344C920}" srcOrd="1" destOrd="0" presId="urn:microsoft.com/office/officeart/2005/8/layout/orgChart1"/>
    <dgm:cxn modelId="{6F0A5EC7-4CBD-4AF8-B13B-B4A2FD50804C}" type="presParOf" srcId="{F00A215B-4C06-441A-979B-A2B976C891F9}" destId="{322B675D-8C5A-4443-9554-DC61F9C0319E}" srcOrd="1" destOrd="0" presId="urn:microsoft.com/office/officeart/2005/8/layout/orgChart1"/>
    <dgm:cxn modelId="{BB29CE70-233A-4761-BB4B-ECCF5D3F7E3A}" type="presParOf" srcId="{F00A215B-4C06-441A-979B-A2B976C891F9}" destId="{A9C882BD-0AE4-4397-9411-D259825E0217}" srcOrd="2" destOrd="0" presId="urn:microsoft.com/office/officeart/2005/8/layout/orgChart1"/>
    <dgm:cxn modelId="{DF02D051-5451-48C5-AB6A-6D47EC218DDF}" type="presParOf" srcId="{5289B16E-A5D0-4DF3-8EBB-06683CE0586F}" destId="{B7AD927C-A8C4-42CC-9F6F-B5E1D8B5AC00}" srcOrd="2" destOrd="0" presId="urn:microsoft.com/office/officeart/2005/8/layout/orgChart1"/>
    <dgm:cxn modelId="{9209587F-6B0D-45F6-8254-B5681DCDEF66}" type="presParOf" srcId="{65C6B365-3A7D-4001-A8F1-D712FA3228C8}" destId="{35F2E86F-FA33-4975-8149-68F58D6B742D}" srcOrd="2" destOrd="0" presId="urn:microsoft.com/office/officeart/2005/8/layout/orgChart1"/>
    <dgm:cxn modelId="{DA7EEE4B-0307-44A1-BE7F-BDD049A123B5}" type="presParOf" srcId="{65C6B365-3A7D-4001-A8F1-D712FA3228C8}" destId="{80168D6C-1735-4809-B0B8-867468E4D32D}" srcOrd="3" destOrd="0" presId="urn:microsoft.com/office/officeart/2005/8/layout/orgChart1"/>
    <dgm:cxn modelId="{2260AF65-53E1-45E8-8EE7-4319887C1D15}" type="presParOf" srcId="{80168D6C-1735-4809-B0B8-867468E4D32D}" destId="{BF8E72DE-646C-4160-9FEC-052C3C092D85}" srcOrd="0" destOrd="0" presId="urn:microsoft.com/office/officeart/2005/8/layout/orgChart1"/>
    <dgm:cxn modelId="{42A102E3-A8A4-4C80-8865-B221923A1CE6}" type="presParOf" srcId="{BF8E72DE-646C-4160-9FEC-052C3C092D85}" destId="{88E3ED4F-7E66-4CB8-BBD0-804B96345440}" srcOrd="0" destOrd="0" presId="urn:microsoft.com/office/officeart/2005/8/layout/orgChart1"/>
    <dgm:cxn modelId="{06118E2F-3FDD-40DC-BDE0-222148F9C3AB}" type="presParOf" srcId="{BF8E72DE-646C-4160-9FEC-052C3C092D85}" destId="{96920CA6-71CD-4CD0-A37D-FF0C0CF969B9}" srcOrd="1" destOrd="0" presId="urn:microsoft.com/office/officeart/2005/8/layout/orgChart1"/>
    <dgm:cxn modelId="{8D83A867-9C12-4BD4-9250-55D0089029E4}" type="presParOf" srcId="{80168D6C-1735-4809-B0B8-867468E4D32D}" destId="{BA09D261-85E9-4EBD-8934-F64A8831C3A8}" srcOrd="1" destOrd="0" presId="urn:microsoft.com/office/officeart/2005/8/layout/orgChart1"/>
    <dgm:cxn modelId="{4C5DBCCB-B377-4D0B-827A-971287865714}" type="presParOf" srcId="{80168D6C-1735-4809-B0B8-867468E4D32D}" destId="{3EC5BE10-5ED1-42D8-8B4A-041910B2849D}" srcOrd="2" destOrd="0" presId="urn:microsoft.com/office/officeart/2005/8/layout/orgChart1"/>
    <dgm:cxn modelId="{8AC988DE-EC3E-427B-BC0B-1AA66793BD1B}" type="presParOf" srcId="{F5AE9C30-071A-41F9-8D2C-54D46168EB52}" destId="{90E259F0-FA8E-4CDA-B96D-037BB0E145A9}" srcOrd="2" destOrd="0" presId="urn:microsoft.com/office/officeart/2005/8/layout/orgChart1"/>
    <dgm:cxn modelId="{72E1C948-02DB-42A1-860A-4EFA9A450D96}" type="presParOf" srcId="{C8B9C3C1-12BC-4139-A414-31E835C1EE04}" destId="{9143577E-80A5-48B4-9F77-D5E292CB712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86FE10-23EA-4D1D-9B88-2EB6405468E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3CB085C8-DAC1-4187-A434-E9DF88D19178}">
      <dgm:prSet phldrT="[Text]">
        <dgm:style>
          <a:lnRef idx="1">
            <a:schemeClr val="accent3"/>
          </a:lnRef>
          <a:fillRef idx="2">
            <a:schemeClr val="accent3"/>
          </a:fillRef>
          <a:effectRef idx="1">
            <a:schemeClr val="accent3"/>
          </a:effectRef>
          <a:fontRef idx="minor">
            <a:schemeClr val="dk1"/>
          </a:fontRef>
        </dgm:style>
      </dgm:prSet>
      <dgm:spPr/>
      <dgm:t>
        <a:bodyPr/>
        <a:lstStyle/>
        <a:p>
          <a:r>
            <a:rPr lang="en-US" b="1" dirty="0" smtClean="0"/>
            <a:t>Non Sharp</a:t>
          </a:r>
          <a:endParaRPr lang="en-US" dirty="0"/>
        </a:p>
      </dgm:t>
    </dgm:pt>
    <dgm:pt modelId="{8B62A12D-217A-4BD1-9CC7-9A9425B5AB91}" type="parTrans" cxnId="{3B554879-4D9F-4FF3-90F1-E4A563FBF9AA}">
      <dgm:prSet/>
      <dgm:spPr/>
      <dgm:t>
        <a:bodyPr/>
        <a:lstStyle/>
        <a:p>
          <a:endParaRPr lang="en-US"/>
        </a:p>
      </dgm:t>
    </dgm:pt>
    <dgm:pt modelId="{1EFA580A-0223-4F58-BFBD-218A42094DB1}" type="sibTrans" cxnId="{3B554879-4D9F-4FF3-90F1-E4A563FBF9AA}">
      <dgm:prSet/>
      <dgm:spPr/>
      <dgm:t>
        <a:bodyPr/>
        <a:lstStyle/>
        <a:p>
          <a:endParaRPr lang="en-US"/>
        </a:p>
      </dgm:t>
    </dgm:pt>
    <dgm:pt modelId="{907B98A5-B871-4270-BFD5-84B95515960B}">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600" b="1" dirty="0" smtClean="0"/>
            <a:t>Clinical Waste </a:t>
          </a:r>
          <a:r>
            <a:rPr lang="en-US" sz="1600" dirty="0" smtClean="0"/>
            <a:t>– from Patient care</a:t>
          </a:r>
          <a:endParaRPr lang="en-US" sz="1600" dirty="0"/>
        </a:p>
      </dgm:t>
    </dgm:pt>
    <dgm:pt modelId="{6752195F-4D82-44D0-856C-F76A8841CDC2}" type="parTrans" cxnId="{FB108CD2-9C2B-40A4-B767-98677278BD56}">
      <dgm:prSet/>
      <dgm:spPr/>
      <dgm:t>
        <a:bodyPr/>
        <a:lstStyle/>
        <a:p>
          <a:endParaRPr lang="en-US"/>
        </a:p>
      </dgm:t>
    </dgm:pt>
    <dgm:pt modelId="{3D6F36A6-07CF-4FA0-BCFF-162D262BE19D}" type="sibTrans" cxnId="{FB108CD2-9C2B-40A4-B767-98677278BD56}">
      <dgm:prSet/>
      <dgm:spPr/>
      <dgm:t>
        <a:bodyPr/>
        <a:lstStyle/>
        <a:p>
          <a:endParaRPr lang="en-US"/>
        </a:p>
      </dgm:t>
    </dgm:pt>
    <dgm:pt modelId="{B6C9EC8B-A87D-48FA-8004-B7B93364EEE4}">
      <dgm:prSet phldrT="[Text]">
        <dgm:style>
          <a:lnRef idx="1">
            <a:schemeClr val="accent5"/>
          </a:lnRef>
          <a:fillRef idx="2">
            <a:schemeClr val="accent5"/>
          </a:fillRef>
          <a:effectRef idx="1">
            <a:schemeClr val="accent5"/>
          </a:effectRef>
          <a:fontRef idx="minor">
            <a:schemeClr val="dk1"/>
          </a:fontRef>
        </dgm:style>
      </dgm:prSet>
      <dgm:spPr/>
      <dgm:t>
        <a:bodyPr/>
        <a:lstStyle/>
        <a:p>
          <a:r>
            <a:rPr lang="en-US" b="1" dirty="0" smtClean="0"/>
            <a:t>Laboratory</a:t>
          </a:r>
          <a:r>
            <a:rPr lang="en-US" dirty="0" smtClean="0"/>
            <a:t> </a:t>
          </a:r>
          <a:endParaRPr lang="en-US" dirty="0"/>
        </a:p>
      </dgm:t>
    </dgm:pt>
    <dgm:pt modelId="{D82CC20D-398A-4D17-99B7-F158414DD5E5}" type="parTrans" cxnId="{AABA36C2-6948-4863-9E86-AABAA5EE4B49}">
      <dgm:prSet/>
      <dgm:spPr/>
      <dgm:t>
        <a:bodyPr/>
        <a:lstStyle/>
        <a:p>
          <a:endParaRPr lang="en-US"/>
        </a:p>
      </dgm:t>
    </dgm:pt>
    <dgm:pt modelId="{599C5BFC-A81F-43B2-BB90-D397A9738786}" type="sibTrans" cxnId="{AABA36C2-6948-4863-9E86-AABAA5EE4B49}">
      <dgm:prSet/>
      <dgm:spPr/>
      <dgm:t>
        <a:bodyPr/>
        <a:lstStyle/>
        <a:p>
          <a:endParaRPr lang="en-US"/>
        </a:p>
      </dgm:t>
    </dgm:pt>
    <dgm:pt modelId="{60DD099A-C4BB-40E4-9CA0-03098B56839C}">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800" b="1" dirty="0" smtClean="0"/>
            <a:t>Plastics</a:t>
          </a:r>
          <a:endParaRPr lang="en-US" sz="1800" dirty="0"/>
        </a:p>
      </dgm:t>
    </dgm:pt>
    <dgm:pt modelId="{9C101502-89FD-490F-B075-D072FFC8630C}" type="parTrans" cxnId="{C6FB6B75-FFB4-45E5-A084-5169BEE0CC3F}">
      <dgm:prSet/>
      <dgm:spPr/>
      <dgm:t>
        <a:bodyPr/>
        <a:lstStyle/>
        <a:p>
          <a:endParaRPr lang="en-US"/>
        </a:p>
      </dgm:t>
    </dgm:pt>
    <dgm:pt modelId="{1D9C8619-37F2-45A0-9A6E-4F734CC9DF0E}" type="sibTrans" cxnId="{C6FB6B75-FFB4-45E5-A084-5169BEE0CC3F}">
      <dgm:prSet/>
      <dgm:spPr/>
      <dgm:t>
        <a:bodyPr/>
        <a:lstStyle/>
        <a:p>
          <a:endParaRPr lang="en-US"/>
        </a:p>
      </dgm:t>
    </dgm:pt>
    <dgm:pt modelId="{B3529EDA-9570-445B-924B-E1D192DD72FD}">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400" b="1" dirty="0" smtClean="0"/>
            <a:t>Disposable  Syringes, IV Sets, Catheters ET Tubes</a:t>
          </a:r>
          <a:endParaRPr lang="en-US" sz="1400" dirty="0"/>
        </a:p>
      </dgm:t>
    </dgm:pt>
    <dgm:pt modelId="{693CB8DF-E005-46EE-ADDE-E4D74E81BC65}" type="parTrans" cxnId="{06711FE5-C102-41E3-8778-603A26C63A7F}">
      <dgm:prSet/>
      <dgm:spPr/>
      <dgm:t>
        <a:bodyPr/>
        <a:lstStyle/>
        <a:p>
          <a:endParaRPr lang="en-US"/>
        </a:p>
      </dgm:t>
    </dgm:pt>
    <dgm:pt modelId="{A2C520F1-74B5-4320-8F42-C82B714B9FA1}" type="sibTrans" cxnId="{06711FE5-C102-41E3-8778-603A26C63A7F}">
      <dgm:prSet/>
      <dgm:spPr/>
      <dgm:t>
        <a:bodyPr/>
        <a:lstStyle/>
        <a:p>
          <a:endParaRPr lang="en-US"/>
        </a:p>
      </dgm:t>
    </dgm:pt>
    <dgm:pt modelId="{1B8CE6EC-5A29-49BB-8F4B-89B96E602BDB}">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400" b="1" dirty="0" smtClean="0"/>
            <a:t>Steam Sterilize and Shared</a:t>
          </a:r>
          <a:endParaRPr lang="en-US" sz="1400" b="1" dirty="0"/>
        </a:p>
      </dgm:t>
    </dgm:pt>
    <dgm:pt modelId="{1EA9C269-45E0-4F87-94FB-36E5E8182922}" type="parTrans" cxnId="{3F7DE715-2C9F-4E48-836F-F01C4DED0762}">
      <dgm:prSet/>
      <dgm:spPr/>
      <dgm:t>
        <a:bodyPr/>
        <a:lstStyle/>
        <a:p>
          <a:endParaRPr lang="en-US"/>
        </a:p>
      </dgm:t>
    </dgm:pt>
    <dgm:pt modelId="{A7ACA7DB-CF38-4ECF-A500-FD61DB47F4E1}" type="sibTrans" cxnId="{3F7DE715-2C9F-4E48-836F-F01C4DED0762}">
      <dgm:prSet/>
      <dgm:spPr/>
      <dgm:t>
        <a:bodyPr/>
        <a:lstStyle/>
        <a:p>
          <a:endParaRPr lang="en-US"/>
        </a:p>
      </dgm:t>
    </dgm:pt>
    <dgm:pt modelId="{6C2D73A2-1280-463C-AE9E-B6A676B4859F}">
      <dgm:prSet phldrT="[Text]">
        <dgm:style>
          <a:lnRef idx="1">
            <a:schemeClr val="accent6"/>
          </a:lnRef>
          <a:fillRef idx="2">
            <a:schemeClr val="accent6"/>
          </a:fillRef>
          <a:effectRef idx="1">
            <a:schemeClr val="accent6"/>
          </a:effectRef>
          <a:fontRef idx="minor">
            <a:schemeClr val="dk1"/>
          </a:fontRef>
        </dgm:style>
      </dgm:prSet>
      <dgm:spPr/>
      <dgm:t>
        <a:bodyPr/>
        <a:lstStyle/>
        <a:p>
          <a:r>
            <a:rPr lang="en-US" b="1" dirty="0" smtClean="0"/>
            <a:t>Landfill</a:t>
          </a:r>
          <a:endParaRPr lang="en-US" b="1" dirty="0"/>
        </a:p>
      </dgm:t>
    </dgm:pt>
    <dgm:pt modelId="{7FD1DC2E-C483-4B39-825A-C2BC9230072E}" type="parTrans" cxnId="{278869B8-3AB6-4D9E-BA2E-98F3484E59D3}">
      <dgm:prSet/>
      <dgm:spPr/>
      <dgm:t>
        <a:bodyPr/>
        <a:lstStyle/>
        <a:p>
          <a:endParaRPr lang="en-US"/>
        </a:p>
      </dgm:t>
    </dgm:pt>
    <dgm:pt modelId="{E8C4BB9A-6984-4B92-8F7A-54B0A5FC0A66}" type="sibTrans" cxnId="{278869B8-3AB6-4D9E-BA2E-98F3484E59D3}">
      <dgm:prSet/>
      <dgm:spPr/>
      <dgm:t>
        <a:bodyPr/>
        <a:lstStyle/>
        <a:p>
          <a:endParaRPr lang="en-US"/>
        </a:p>
      </dgm:t>
    </dgm:pt>
    <dgm:pt modelId="{8261754A-D8B1-490C-B869-53FB10553EC2}">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600" b="1" dirty="0" smtClean="0"/>
            <a:t>Non Plastics</a:t>
          </a:r>
          <a:endParaRPr lang="en-US" sz="1600" b="1" dirty="0"/>
        </a:p>
      </dgm:t>
    </dgm:pt>
    <dgm:pt modelId="{1296DD57-5508-47BC-BDA6-373B50536F88}" type="parTrans" cxnId="{136D27C5-5519-4C23-896E-22BDA4A4F368}">
      <dgm:prSet/>
      <dgm:spPr/>
      <dgm:t>
        <a:bodyPr/>
        <a:lstStyle/>
        <a:p>
          <a:endParaRPr lang="en-US"/>
        </a:p>
      </dgm:t>
    </dgm:pt>
    <dgm:pt modelId="{3A2F1753-1A0D-431B-8315-8668D16DA605}" type="sibTrans" cxnId="{136D27C5-5519-4C23-896E-22BDA4A4F368}">
      <dgm:prSet/>
      <dgm:spPr/>
      <dgm:t>
        <a:bodyPr/>
        <a:lstStyle/>
        <a:p>
          <a:endParaRPr lang="en-US"/>
        </a:p>
      </dgm:t>
    </dgm:pt>
    <dgm:pt modelId="{96C31234-2DC8-4C81-BA1F-1CF8A644FC45}">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600" b="1" dirty="0" smtClean="0"/>
            <a:t>Cotton, Gauze Dressing Contaminated With Blood, Purulent Exudate, Secretions  and Excretions</a:t>
          </a:r>
          <a:endParaRPr lang="en-US" sz="1600" b="1" dirty="0"/>
        </a:p>
      </dgm:t>
    </dgm:pt>
    <dgm:pt modelId="{E3C005B3-A2A1-47AA-A29B-F77158AB5BD7}" type="parTrans" cxnId="{64F7040C-D364-49E6-9FE1-E410E5A022F2}">
      <dgm:prSet/>
      <dgm:spPr/>
      <dgm:t>
        <a:bodyPr/>
        <a:lstStyle/>
        <a:p>
          <a:endParaRPr lang="en-US"/>
        </a:p>
      </dgm:t>
    </dgm:pt>
    <dgm:pt modelId="{C640042E-3C4E-464B-BE7E-0E7D2A24B812}" type="sibTrans" cxnId="{64F7040C-D364-49E6-9FE1-E410E5A022F2}">
      <dgm:prSet/>
      <dgm:spPr/>
      <dgm:t>
        <a:bodyPr/>
        <a:lstStyle/>
        <a:p>
          <a:endParaRPr lang="en-US"/>
        </a:p>
      </dgm:t>
    </dgm:pt>
    <dgm:pt modelId="{0030B1A7-43C8-4222-AEB2-5569A4C315A2}">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600" b="1" dirty="0" smtClean="0"/>
            <a:t>Steam Sterilize and Shred or Incineration</a:t>
          </a:r>
          <a:endParaRPr lang="en-US" sz="1600" b="1" dirty="0"/>
        </a:p>
      </dgm:t>
    </dgm:pt>
    <dgm:pt modelId="{C094710F-A60B-4C28-967B-5FC00D7B6110}" type="parTrans" cxnId="{A5AAA52A-F5A1-4915-A365-66EF0E1C9670}">
      <dgm:prSet/>
      <dgm:spPr/>
      <dgm:t>
        <a:bodyPr/>
        <a:lstStyle/>
        <a:p>
          <a:endParaRPr lang="en-US"/>
        </a:p>
      </dgm:t>
    </dgm:pt>
    <dgm:pt modelId="{FC116E67-F1D0-49C8-88A6-A668F8B800EE}" type="sibTrans" cxnId="{A5AAA52A-F5A1-4915-A365-66EF0E1C9670}">
      <dgm:prSet/>
      <dgm:spPr/>
      <dgm:t>
        <a:bodyPr/>
        <a:lstStyle/>
        <a:p>
          <a:endParaRPr lang="en-US"/>
        </a:p>
      </dgm:t>
    </dgm:pt>
    <dgm:pt modelId="{8785F3D2-0C0D-480B-A05E-5CC2C9012069}">
      <dgm:prSet phldrT="[Text]" custT="1">
        <dgm:style>
          <a:lnRef idx="1">
            <a:schemeClr val="accent6"/>
          </a:lnRef>
          <a:fillRef idx="2">
            <a:schemeClr val="accent6"/>
          </a:fillRef>
          <a:effectRef idx="1">
            <a:schemeClr val="accent6"/>
          </a:effectRef>
          <a:fontRef idx="minor">
            <a:schemeClr val="dk1"/>
          </a:fontRef>
        </dgm:style>
      </dgm:prSet>
      <dgm:spPr/>
      <dgm:t>
        <a:bodyPr/>
        <a:lstStyle/>
        <a:p>
          <a:r>
            <a:rPr lang="en-US" sz="1600" b="1" dirty="0" smtClean="0"/>
            <a:t>Landfil</a:t>
          </a:r>
          <a:r>
            <a:rPr lang="en-US" sz="1600" dirty="0" smtClean="0"/>
            <a:t>l</a:t>
          </a:r>
          <a:endParaRPr lang="en-US" sz="1600" dirty="0"/>
        </a:p>
      </dgm:t>
    </dgm:pt>
    <dgm:pt modelId="{23670909-2471-4972-B18A-83953C37019F}" type="parTrans" cxnId="{4C672348-E609-49E0-AE96-5EEFFBF621AE}">
      <dgm:prSet/>
      <dgm:spPr/>
      <dgm:t>
        <a:bodyPr/>
        <a:lstStyle/>
        <a:p>
          <a:endParaRPr lang="en-US"/>
        </a:p>
      </dgm:t>
    </dgm:pt>
    <dgm:pt modelId="{34771ABB-2D48-46A7-A628-C50551DD4E1C}" type="sibTrans" cxnId="{4C672348-E609-49E0-AE96-5EEFFBF621AE}">
      <dgm:prSet/>
      <dgm:spPr/>
      <dgm:t>
        <a:bodyPr/>
        <a:lstStyle/>
        <a:p>
          <a:endParaRPr lang="en-US"/>
        </a:p>
      </dgm:t>
    </dgm:pt>
    <dgm:pt modelId="{5E302186-A22E-4535-9D5D-36B67BE208C0}" type="pres">
      <dgm:prSet presAssocID="{EE86FE10-23EA-4D1D-9B88-2EB6405468EE}" presName="hierChild1" presStyleCnt="0">
        <dgm:presLayoutVars>
          <dgm:orgChart val="1"/>
          <dgm:chPref val="1"/>
          <dgm:dir/>
          <dgm:animOne val="branch"/>
          <dgm:animLvl val="lvl"/>
          <dgm:resizeHandles/>
        </dgm:presLayoutVars>
      </dgm:prSet>
      <dgm:spPr/>
      <dgm:t>
        <a:bodyPr/>
        <a:lstStyle/>
        <a:p>
          <a:endParaRPr lang="en-US"/>
        </a:p>
      </dgm:t>
    </dgm:pt>
    <dgm:pt modelId="{981D80B7-5CE8-4E37-B61C-67FA253E85C3}" type="pres">
      <dgm:prSet presAssocID="{3CB085C8-DAC1-4187-A434-E9DF88D19178}" presName="hierRoot1" presStyleCnt="0">
        <dgm:presLayoutVars>
          <dgm:hierBranch val="init"/>
        </dgm:presLayoutVars>
      </dgm:prSet>
      <dgm:spPr/>
    </dgm:pt>
    <dgm:pt modelId="{A6599941-AD06-4E55-823C-16374FE309EB}" type="pres">
      <dgm:prSet presAssocID="{3CB085C8-DAC1-4187-A434-E9DF88D19178}" presName="rootComposite1" presStyleCnt="0"/>
      <dgm:spPr/>
    </dgm:pt>
    <dgm:pt modelId="{246083D4-7BBB-4B2D-9334-3F0C02693CEE}" type="pres">
      <dgm:prSet presAssocID="{3CB085C8-DAC1-4187-A434-E9DF88D19178}" presName="rootText1" presStyleLbl="node0" presStyleIdx="0" presStyleCnt="1" custScaleX="169521">
        <dgm:presLayoutVars>
          <dgm:chPref val="3"/>
        </dgm:presLayoutVars>
      </dgm:prSet>
      <dgm:spPr/>
      <dgm:t>
        <a:bodyPr/>
        <a:lstStyle/>
        <a:p>
          <a:endParaRPr lang="en-US"/>
        </a:p>
      </dgm:t>
    </dgm:pt>
    <dgm:pt modelId="{33B4C197-2D10-499F-8E2E-454FCE4D8DF3}" type="pres">
      <dgm:prSet presAssocID="{3CB085C8-DAC1-4187-A434-E9DF88D19178}" presName="rootConnector1" presStyleLbl="node1" presStyleIdx="0" presStyleCnt="0"/>
      <dgm:spPr/>
      <dgm:t>
        <a:bodyPr/>
        <a:lstStyle/>
        <a:p>
          <a:endParaRPr lang="en-US"/>
        </a:p>
      </dgm:t>
    </dgm:pt>
    <dgm:pt modelId="{7A72BC48-448C-4CB9-906C-98FC1C8A08E4}" type="pres">
      <dgm:prSet presAssocID="{3CB085C8-DAC1-4187-A434-E9DF88D19178}" presName="hierChild2" presStyleCnt="0"/>
      <dgm:spPr/>
    </dgm:pt>
    <dgm:pt modelId="{B6930443-E7E4-4022-BB98-BAC82EAADBC1}" type="pres">
      <dgm:prSet presAssocID="{6752195F-4D82-44D0-856C-F76A8841CDC2}" presName="Name37" presStyleLbl="parChTrans1D2" presStyleIdx="0" presStyleCnt="2"/>
      <dgm:spPr/>
      <dgm:t>
        <a:bodyPr/>
        <a:lstStyle/>
        <a:p>
          <a:endParaRPr lang="en-US"/>
        </a:p>
      </dgm:t>
    </dgm:pt>
    <dgm:pt modelId="{C9CC452C-DEAA-4C28-B2A2-74676F27D37B}" type="pres">
      <dgm:prSet presAssocID="{907B98A5-B871-4270-BFD5-84B95515960B}" presName="hierRoot2" presStyleCnt="0">
        <dgm:presLayoutVars>
          <dgm:hierBranch val="init"/>
        </dgm:presLayoutVars>
      </dgm:prSet>
      <dgm:spPr/>
    </dgm:pt>
    <dgm:pt modelId="{6F0253FE-E1C7-4E26-BEF7-4C7BC549887E}" type="pres">
      <dgm:prSet presAssocID="{907B98A5-B871-4270-BFD5-84B95515960B}" presName="rootComposite" presStyleCnt="0"/>
      <dgm:spPr/>
    </dgm:pt>
    <dgm:pt modelId="{C5D745BF-54FE-4A80-80F2-26E7F08CDE5D}" type="pres">
      <dgm:prSet presAssocID="{907B98A5-B871-4270-BFD5-84B95515960B}" presName="rootText" presStyleLbl="node2" presStyleIdx="0" presStyleCnt="2" custScaleX="189679" custScaleY="114825" custLinFactX="-100000" custLinFactNeighborX="-103166" custLinFactNeighborY="24604">
        <dgm:presLayoutVars>
          <dgm:chPref val="3"/>
        </dgm:presLayoutVars>
      </dgm:prSet>
      <dgm:spPr/>
      <dgm:t>
        <a:bodyPr/>
        <a:lstStyle/>
        <a:p>
          <a:endParaRPr lang="en-US"/>
        </a:p>
      </dgm:t>
    </dgm:pt>
    <dgm:pt modelId="{A2A7309E-C4DC-46DB-971C-797DE759E86A}" type="pres">
      <dgm:prSet presAssocID="{907B98A5-B871-4270-BFD5-84B95515960B}" presName="rootConnector" presStyleLbl="node2" presStyleIdx="0" presStyleCnt="2"/>
      <dgm:spPr/>
      <dgm:t>
        <a:bodyPr/>
        <a:lstStyle/>
        <a:p>
          <a:endParaRPr lang="en-US"/>
        </a:p>
      </dgm:t>
    </dgm:pt>
    <dgm:pt modelId="{D21D5C6A-BE8C-4754-A3A5-C2BF33331A81}" type="pres">
      <dgm:prSet presAssocID="{907B98A5-B871-4270-BFD5-84B95515960B}" presName="hierChild4" presStyleCnt="0"/>
      <dgm:spPr/>
    </dgm:pt>
    <dgm:pt modelId="{74311948-3292-441E-B15E-758F8C61433A}" type="pres">
      <dgm:prSet presAssocID="{1296DD57-5508-47BC-BDA6-373B50536F88}" presName="Name37" presStyleLbl="parChTrans1D3" presStyleIdx="0" presStyleCnt="2"/>
      <dgm:spPr/>
      <dgm:t>
        <a:bodyPr/>
        <a:lstStyle/>
        <a:p>
          <a:endParaRPr lang="en-US"/>
        </a:p>
      </dgm:t>
    </dgm:pt>
    <dgm:pt modelId="{0CC09694-4957-413B-81D9-58ED39E54C88}" type="pres">
      <dgm:prSet presAssocID="{8261754A-D8B1-490C-B869-53FB10553EC2}" presName="hierRoot2" presStyleCnt="0">
        <dgm:presLayoutVars>
          <dgm:hierBranch val="init"/>
        </dgm:presLayoutVars>
      </dgm:prSet>
      <dgm:spPr/>
    </dgm:pt>
    <dgm:pt modelId="{B12D0B3F-B69A-4BF7-9F76-D77ECE633ADD}" type="pres">
      <dgm:prSet presAssocID="{8261754A-D8B1-490C-B869-53FB10553EC2}" presName="rootComposite" presStyleCnt="0"/>
      <dgm:spPr/>
    </dgm:pt>
    <dgm:pt modelId="{657187FC-89BD-460C-AB39-5FF8109D959D}" type="pres">
      <dgm:prSet presAssocID="{8261754A-D8B1-490C-B869-53FB10553EC2}" presName="rootText" presStyleLbl="node3" presStyleIdx="0" presStyleCnt="2" custScaleX="176561" custLinFactX="69920" custLinFactNeighborX="100000" custLinFactNeighborY="35639">
        <dgm:presLayoutVars>
          <dgm:chPref val="3"/>
        </dgm:presLayoutVars>
      </dgm:prSet>
      <dgm:spPr/>
      <dgm:t>
        <a:bodyPr/>
        <a:lstStyle/>
        <a:p>
          <a:endParaRPr lang="en-US"/>
        </a:p>
      </dgm:t>
    </dgm:pt>
    <dgm:pt modelId="{A9481C4B-1089-4678-8670-4CA93D8B3F15}" type="pres">
      <dgm:prSet presAssocID="{8261754A-D8B1-490C-B869-53FB10553EC2}" presName="rootConnector" presStyleLbl="node3" presStyleIdx="0" presStyleCnt="2"/>
      <dgm:spPr/>
      <dgm:t>
        <a:bodyPr/>
        <a:lstStyle/>
        <a:p>
          <a:endParaRPr lang="en-US"/>
        </a:p>
      </dgm:t>
    </dgm:pt>
    <dgm:pt modelId="{389508CA-CBD0-48A0-B24E-52000513D885}" type="pres">
      <dgm:prSet presAssocID="{8261754A-D8B1-490C-B869-53FB10553EC2}" presName="hierChild4" presStyleCnt="0"/>
      <dgm:spPr/>
    </dgm:pt>
    <dgm:pt modelId="{7D7D27B2-616A-4CC2-962A-DEAA955393B8}" type="pres">
      <dgm:prSet presAssocID="{E3C005B3-A2A1-47AA-A29B-F77158AB5BD7}" presName="Name37" presStyleLbl="parChTrans1D4" presStyleIdx="0" presStyleCnt="6"/>
      <dgm:spPr/>
      <dgm:t>
        <a:bodyPr/>
        <a:lstStyle/>
        <a:p>
          <a:endParaRPr lang="en-US"/>
        </a:p>
      </dgm:t>
    </dgm:pt>
    <dgm:pt modelId="{AF1B098B-30E1-4F16-96A1-1F75206AB27A}" type="pres">
      <dgm:prSet presAssocID="{96C31234-2DC8-4C81-BA1F-1CF8A644FC45}" presName="hierRoot2" presStyleCnt="0">
        <dgm:presLayoutVars>
          <dgm:hierBranch val="init"/>
        </dgm:presLayoutVars>
      </dgm:prSet>
      <dgm:spPr/>
    </dgm:pt>
    <dgm:pt modelId="{CB44EE81-5C81-4973-9A85-6DCB188CC36A}" type="pres">
      <dgm:prSet presAssocID="{96C31234-2DC8-4C81-BA1F-1CF8A644FC45}" presName="rootComposite" presStyleCnt="0"/>
      <dgm:spPr/>
    </dgm:pt>
    <dgm:pt modelId="{3E59B87A-C433-4D6C-99B2-52D55DD9D9FD}" type="pres">
      <dgm:prSet presAssocID="{96C31234-2DC8-4C81-BA1F-1CF8A644FC45}" presName="rootText" presStyleLbl="node4" presStyleIdx="0" presStyleCnt="6" custScaleX="313809" custScaleY="230063" custLinFactX="100000" custLinFactNeighborX="198966" custLinFactNeighborY="28875">
        <dgm:presLayoutVars>
          <dgm:chPref val="3"/>
        </dgm:presLayoutVars>
      </dgm:prSet>
      <dgm:spPr/>
      <dgm:t>
        <a:bodyPr/>
        <a:lstStyle/>
        <a:p>
          <a:endParaRPr lang="en-US"/>
        </a:p>
      </dgm:t>
    </dgm:pt>
    <dgm:pt modelId="{C3E389D3-63A8-4C20-86FE-47AC974FAF6D}" type="pres">
      <dgm:prSet presAssocID="{96C31234-2DC8-4C81-BA1F-1CF8A644FC45}" presName="rootConnector" presStyleLbl="node4" presStyleIdx="0" presStyleCnt="6"/>
      <dgm:spPr/>
      <dgm:t>
        <a:bodyPr/>
        <a:lstStyle/>
        <a:p>
          <a:endParaRPr lang="en-US"/>
        </a:p>
      </dgm:t>
    </dgm:pt>
    <dgm:pt modelId="{F8795DB3-79D8-48ED-A59E-9976A47A1666}" type="pres">
      <dgm:prSet presAssocID="{96C31234-2DC8-4C81-BA1F-1CF8A644FC45}" presName="hierChild4" presStyleCnt="0"/>
      <dgm:spPr/>
    </dgm:pt>
    <dgm:pt modelId="{955BCAD0-9507-404C-AB12-C220B0EC19B9}" type="pres">
      <dgm:prSet presAssocID="{C094710F-A60B-4C28-967B-5FC00D7B6110}" presName="Name37" presStyleLbl="parChTrans1D4" presStyleIdx="1" presStyleCnt="6"/>
      <dgm:spPr/>
      <dgm:t>
        <a:bodyPr/>
        <a:lstStyle/>
        <a:p>
          <a:endParaRPr lang="en-US"/>
        </a:p>
      </dgm:t>
    </dgm:pt>
    <dgm:pt modelId="{2DF68506-6923-4142-AE39-C39481BE921B}" type="pres">
      <dgm:prSet presAssocID="{0030B1A7-43C8-4222-AEB2-5569A4C315A2}" presName="hierRoot2" presStyleCnt="0">
        <dgm:presLayoutVars>
          <dgm:hierBranch val="init"/>
        </dgm:presLayoutVars>
      </dgm:prSet>
      <dgm:spPr/>
    </dgm:pt>
    <dgm:pt modelId="{7ED089B1-704D-473A-9ABE-2C21129B058A}" type="pres">
      <dgm:prSet presAssocID="{0030B1A7-43C8-4222-AEB2-5569A4C315A2}" presName="rootComposite" presStyleCnt="0"/>
      <dgm:spPr/>
    </dgm:pt>
    <dgm:pt modelId="{84295818-7DE6-4F56-8FDA-3A6B3C16555A}" type="pres">
      <dgm:prSet presAssocID="{0030B1A7-43C8-4222-AEB2-5569A4C315A2}" presName="rootText" presStyleLbl="node4" presStyleIdx="1" presStyleCnt="6" custScaleX="258168" custScaleY="136871" custLinFactX="186941" custLinFactNeighborX="200000" custLinFactNeighborY="25349">
        <dgm:presLayoutVars>
          <dgm:chPref val="3"/>
        </dgm:presLayoutVars>
      </dgm:prSet>
      <dgm:spPr/>
      <dgm:t>
        <a:bodyPr/>
        <a:lstStyle/>
        <a:p>
          <a:endParaRPr lang="en-US"/>
        </a:p>
      </dgm:t>
    </dgm:pt>
    <dgm:pt modelId="{DBF00864-5C19-4E58-8E36-BDECF9D9121A}" type="pres">
      <dgm:prSet presAssocID="{0030B1A7-43C8-4222-AEB2-5569A4C315A2}" presName="rootConnector" presStyleLbl="node4" presStyleIdx="1" presStyleCnt="6"/>
      <dgm:spPr/>
      <dgm:t>
        <a:bodyPr/>
        <a:lstStyle/>
        <a:p>
          <a:endParaRPr lang="en-US"/>
        </a:p>
      </dgm:t>
    </dgm:pt>
    <dgm:pt modelId="{F02A57D5-82B4-4A7D-A7B6-2BA4C765CD37}" type="pres">
      <dgm:prSet presAssocID="{0030B1A7-43C8-4222-AEB2-5569A4C315A2}" presName="hierChild4" presStyleCnt="0"/>
      <dgm:spPr/>
    </dgm:pt>
    <dgm:pt modelId="{A8617BBE-9AD2-42CC-9040-7A9D6F9B3F66}" type="pres">
      <dgm:prSet presAssocID="{23670909-2471-4972-B18A-83953C37019F}" presName="Name37" presStyleLbl="parChTrans1D4" presStyleIdx="2" presStyleCnt="6"/>
      <dgm:spPr/>
      <dgm:t>
        <a:bodyPr/>
        <a:lstStyle/>
        <a:p>
          <a:endParaRPr lang="en-US"/>
        </a:p>
      </dgm:t>
    </dgm:pt>
    <dgm:pt modelId="{AB3D55BF-F0EE-46E9-B643-7AF9545C3073}" type="pres">
      <dgm:prSet presAssocID="{8785F3D2-0C0D-480B-A05E-5CC2C9012069}" presName="hierRoot2" presStyleCnt="0">
        <dgm:presLayoutVars>
          <dgm:hierBranch val="init"/>
        </dgm:presLayoutVars>
      </dgm:prSet>
      <dgm:spPr/>
    </dgm:pt>
    <dgm:pt modelId="{F90045A6-87D6-463C-8D3E-0C6148AF8B3D}" type="pres">
      <dgm:prSet presAssocID="{8785F3D2-0C0D-480B-A05E-5CC2C9012069}" presName="rootComposite" presStyleCnt="0"/>
      <dgm:spPr/>
    </dgm:pt>
    <dgm:pt modelId="{913DCE69-7626-4C28-A7DE-6489A6184B02}" type="pres">
      <dgm:prSet presAssocID="{8785F3D2-0C0D-480B-A05E-5CC2C9012069}" presName="rootText" presStyleLbl="node4" presStyleIdx="2" presStyleCnt="6" custLinFactX="77096" custLinFactNeighborX="100000">
        <dgm:presLayoutVars>
          <dgm:chPref val="3"/>
        </dgm:presLayoutVars>
      </dgm:prSet>
      <dgm:spPr/>
      <dgm:t>
        <a:bodyPr/>
        <a:lstStyle/>
        <a:p>
          <a:endParaRPr lang="en-US"/>
        </a:p>
      </dgm:t>
    </dgm:pt>
    <dgm:pt modelId="{9188BD5E-0B49-4299-BC43-7BC37CCDDEAF}" type="pres">
      <dgm:prSet presAssocID="{8785F3D2-0C0D-480B-A05E-5CC2C9012069}" presName="rootConnector" presStyleLbl="node4" presStyleIdx="2" presStyleCnt="6"/>
      <dgm:spPr/>
      <dgm:t>
        <a:bodyPr/>
        <a:lstStyle/>
        <a:p>
          <a:endParaRPr lang="en-US"/>
        </a:p>
      </dgm:t>
    </dgm:pt>
    <dgm:pt modelId="{E607BB8E-3CC6-463C-AC5D-E72710D0AA6F}" type="pres">
      <dgm:prSet presAssocID="{8785F3D2-0C0D-480B-A05E-5CC2C9012069}" presName="hierChild4" presStyleCnt="0"/>
      <dgm:spPr/>
    </dgm:pt>
    <dgm:pt modelId="{6B11C4E9-DBB3-4806-8AE7-5D19360430B9}" type="pres">
      <dgm:prSet presAssocID="{8785F3D2-0C0D-480B-A05E-5CC2C9012069}" presName="hierChild5" presStyleCnt="0"/>
      <dgm:spPr/>
    </dgm:pt>
    <dgm:pt modelId="{87321D62-2B76-4968-B04B-91522092EE15}" type="pres">
      <dgm:prSet presAssocID="{0030B1A7-43C8-4222-AEB2-5569A4C315A2}" presName="hierChild5" presStyleCnt="0"/>
      <dgm:spPr/>
    </dgm:pt>
    <dgm:pt modelId="{62A7C638-6121-48D5-B7D6-7EC4750FA29F}" type="pres">
      <dgm:prSet presAssocID="{96C31234-2DC8-4C81-BA1F-1CF8A644FC45}" presName="hierChild5" presStyleCnt="0"/>
      <dgm:spPr/>
    </dgm:pt>
    <dgm:pt modelId="{A9AD4357-A644-446D-BC78-75348DC99E9C}" type="pres">
      <dgm:prSet presAssocID="{8261754A-D8B1-490C-B869-53FB10553EC2}" presName="hierChild5" presStyleCnt="0"/>
      <dgm:spPr/>
    </dgm:pt>
    <dgm:pt modelId="{7F2BC03D-FF0A-46E2-9DB7-5CA15A6BF900}" type="pres">
      <dgm:prSet presAssocID="{9C101502-89FD-490F-B075-D072FFC8630C}" presName="Name37" presStyleLbl="parChTrans1D3" presStyleIdx="1" presStyleCnt="2"/>
      <dgm:spPr/>
      <dgm:t>
        <a:bodyPr/>
        <a:lstStyle/>
        <a:p>
          <a:endParaRPr lang="en-US"/>
        </a:p>
      </dgm:t>
    </dgm:pt>
    <dgm:pt modelId="{7BD5600C-8792-4267-BA57-603A0BFF2F70}" type="pres">
      <dgm:prSet presAssocID="{60DD099A-C4BB-40E4-9CA0-03098B56839C}" presName="hierRoot2" presStyleCnt="0">
        <dgm:presLayoutVars>
          <dgm:hierBranch val="init"/>
        </dgm:presLayoutVars>
      </dgm:prSet>
      <dgm:spPr/>
    </dgm:pt>
    <dgm:pt modelId="{B9EAEFF3-7229-4DBE-8363-5FCEB0E1C3B4}" type="pres">
      <dgm:prSet presAssocID="{60DD099A-C4BB-40E4-9CA0-03098B56839C}" presName="rootComposite" presStyleCnt="0"/>
      <dgm:spPr/>
    </dgm:pt>
    <dgm:pt modelId="{648DE3E4-4A88-477F-B40D-3568DB20DC98}" type="pres">
      <dgm:prSet presAssocID="{60DD099A-C4BB-40E4-9CA0-03098B56839C}" presName="rootText" presStyleLbl="node3" presStyleIdx="1" presStyleCnt="2" custScaleX="116079" custLinFactX="-275704" custLinFactNeighborX="-300000" custLinFactNeighborY="33223">
        <dgm:presLayoutVars>
          <dgm:chPref val="3"/>
        </dgm:presLayoutVars>
      </dgm:prSet>
      <dgm:spPr/>
      <dgm:t>
        <a:bodyPr/>
        <a:lstStyle/>
        <a:p>
          <a:endParaRPr lang="en-US"/>
        </a:p>
      </dgm:t>
    </dgm:pt>
    <dgm:pt modelId="{62649411-D540-455B-BF88-80525A60B7CD}" type="pres">
      <dgm:prSet presAssocID="{60DD099A-C4BB-40E4-9CA0-03098B56839C}" presName="rootConnector" presStyleLbl="node3" presStyleIdx="1" presStyleCnt="2"/>
      <dgm:spPr/>
      <dgm:t>
        <a:bodyPr/>
        <a:lstStyle/>
        <a:p>
          <a:endParaRPr lang="en-US"/>
        </a:p>
      </dgm:t>
    </dgm:pt>
    <dgm:pt modelId="{676F74F9-93FE-4AF0-8048-5C116E4D573D}" type="pres">
      <dgm:prSet presAssocID="{60DD099A-C4BB-40E4-9CA0-03098B56839C}" presName="hierChild4" presStyleCnt="0"/>
      <dgm:spPr/>
    </dgm:pt>
    <dgm:pt modelId="{D708CF83-8600-4A34-86B1-22DF51B47106}" type="pres">
      <dgm:prSet presAssocID="{693CB8DF-E005-46EE-ADDE-E4D74E81BC65}" presName="Name37" presStyleLbl="parChTrans1D4" presStyleIdx="3" presStyleCnt="6"/>
      <dgm:spPr/>
      <dgm:t>
        <a:bodyPr/>
        <a:lstStyle/>
        <a:p>
          <a:endParaRPr lang="en-US"/>
        </a:p>
      </dgm:t>
    </dgm:pt>
    <dgm:pt modelId="{9296F0B2-61C2-4B61-8FBB-D3D74CD626ED}" type="pres">
      <dgm:prSet presAssocID="{B3529EDA-9570-445B-924B-E1D192DD72FD}" presName="hierRoot2" presStyleCnt="0">
        <dgm:presLayoutVars>
          <dgm:hierBranch val="init"/>
        </dgm:presLayoutVars>
      </dgm:prSet>
      <dgm:spPr/>
    </dgm:pt>
    <dgm:pt modelId="{80B4996A-AEC7-4DAE-80FC-60CDC34830B7}" type="pres">
      <dgm:prSet presAssocID="{B3529EDA-9570-445B-924B-E1D192DD72FD}" presName="rootComposite" presStyleCnt="0"/>
      <dgm:spPr/>
    </dgm:pt>
    <dgm:pt modelId="{A1F68069-EB1C-4EC4-9798-5B61431CDB83}" type="pres">
      <dgm:prSet presAssocID="{B3529EDA-9570-445B-924B-E1D192DD72FD}" presName="rootText" presStyleLbl="node4" presStyleIdx="3" presStyleCnt="6" custScaleX="283738" custScaleY="141689" custLinFactX="-213242" custLinFactNeighborX="-300000" custLinFactNeighborY="88413">
        <dgm:presLayoutVars>
          <dgm:chPref val="3"/>
        </dgm:presLayoutVars>
      </dgm:prSet>
      <dgm:spPr/>
      <dgm:t>
        <a:bodyPr/>
        <a:lstStyle/>
        <a:p>
          <a:endParaRPr lang="en-US"/>
        </a:p>
      </dgm:t>
    </dgm:pt>
    <dgm:pt modelId="{5D149836-EEDD-4123-B311-6C8998C7D677}" type="pres">
      <dgm:prSet presAssocID="{B3529EDA-9570-445B-924B-E1D192DD72FD}" presName="rootConnector" presStyleLbl="node4" presStyleIdx="3" presStyleCnt="6"/>
      <dgm:spPr/>
      <dgm:t>
        <a:bodyPr/>
        <a:lstStyle/>
        <a:p>
          <a:endParaRPr lang="en-US"/>
        </a:p>
      </dgm:t>
    </dgm:pt>
    <dgm:pt modelId="{C2BA5208-4474-4183-A674-5B6003D131E1}" type="pres">
      <dgm:prSet presAssocID="{B3529EDA-9570-445B-924B-E1D192DD72FD}" presName="hierChild4" presStyleCnt="0"/>
      <dgm:spPr/>
    </dgm:pt>
    <dgm:pt modelId="{2FD8B882-7AC2-4C91-931E-105D55B4B12E}" type="pres">
      <dgm:prSet presAssocID="{1EA9C269-45E0-4F87-94FB-36E5E8182922}" presName="Name37" presStyleLbl="parChTrans1D4" presStyleIdx="4" presStyleCnt="6"/>
      <dgm:spPr/>
      <dgm:t>
        <a:bodyPr/>
        <a:lstStyle/>
        <a:p>
          <a:endParaRPr lang="en-US"/>
        </a:p>
      </dgm:t>
    </dgm:pt>
    <dgm:pt modelId="{58FF95C7-C0C3-4100-B5A6-2A0723F5EDA2}" type="pres">
      <dgm:prSet presAssocID="{1B8CE6EC-5A29-49BB-8F4B-89B96E602BDB}" presName="hierRoot2" presStyleCnt="0">
        <dgm:presLayoutVars>
          <dgm:hierBranch val="init"/>
        </dgm:presLayoutVars>
      </dgm:prSet>
      <dgm:spPr/>
    </dgm:pt>
    <dgm:pt modelId="{70DE2BF5-2125-4F57-9073-F53695AA40A3}" type="pres">
      <dgm:prSet presAssocID="{1B8CE6EC-5A29-49BB-8F4B-89B96E602BDB}" presName="rootComposite" presStyleCnt="0"/>
      <dgm:spPr/>
    </dgm:pt>
    <dgm:pt modelId="{4010DEAB-FD17-4108-8DA2-6368FFB087AB}" type="pres">
      <dgm:prSet presAssocID="{1B8CE6EC-5A29-49BB-8F4B-89B96E602BDB}" presName="rootText" presStyleLbl="node4" presStyleIdx="4" presStyleCnt="6" custScaleX="167534" custLinFactX="-200000" custLinFactY="6131" custLinFactNeighborX="-242915" custLinFactNeighborY="100000">
        <dgm:presLayoutVars>
          <dgm:chPref val="3"/>
        </dgm:presLayoutVars>
      </dgm:prSet>
      <dgm:spPr/>
      <dgm:t>
        <a:bodyPr/>
        <a:lstStyle/>
        <a:p>
          <a:endParaRPr lang="en-US"/>
        </a:p>
      </dgm:t>
    </dgm:pt>
    <dgm:pt modelId="{E80DBE78-83B2-4713-8048-2B0770D14BB2}" type="pres">
      <dgm:prSet presAssocID="{1B8CE6EC-5A29-49BB-8F4B-89B96E602BDB}" presName="rootConnector" presStyleLbl="node4" presStyleIdx="4" presStyleCnt="6"/>
      <dgm:spPr/>
      <dgm:t>
        <a:bodyPr/>
        <a:lstStyle/>
        <a:p>
          <a:endParaRPr lang="en-US"/>
        </a:p>
      </dgm:t>
    </dgm:pt>
    <dgm:pt modelId="{2C419DA6-EE06-4E9A-85CB-B339ECBFAB87}" type="pres">
      <dgm:prSet presAssocID="{1B8CE6EC-5A29-49BB-8F4B-89B96E602BDB}" presName="hierChild4" presStyleCnt="0"/>
      <dgm:spPr/>
    </dgm:pt>
    <dgm:pt modelId="{DDFA7FEA-E184-43B9-9B00-BE655D2D595F}" type="pres">
      <dgm:prSet presAssocID="{1B8CE6EC-5A29-49BB-8F4B-89B96E602BDB}" presName="hierChild5" presStyleCnt="0"/>
      <dgm:spPr/>
    </dgm:pt>
    <dgm:pt modelId="{A8FF7C7D-30AC-460A-B66B-AD2FE61AA27A}" type="pres">
      <dgm:prSet presAssocID="{7FD1DC2E-C483-4B39-825A-C2BC9230072E}" presName="Name37" presStyleLbl="parChTrans1D4" presStyleIdx="5" presStyleCnt="6"/>
      <dgm:spPr/>
      <dgm:t>
        <a:bodyPr/>
        <a:lstStyle/>
        <a:p>
          <a:endParaRPr lang="en-US"/>
        </a:p>
      </dgm:t>
    </dgm:pt>
    <dgm:pt modelId="{5FE2F334-8CA9-4280-B46E-07E2415D1EA4}" type="pres">
      <dgm:prSet presAssocID="{6C2D73A2-1280-463C-AE9E-B6A676B4859F}" presName="hierRoot2" presStyleCnt="0">
        <dgm:presLayoutVars>
          <dgm:hierBranch val="init"/>
        </dgm:presLayoutVars>
      </dgm:prSet>
      <dgm:spPr/>
    </dgm:pt>
    <dgm:pt modelId="{05E34FF8-A341-475D-905C-5210F3BB42CB}" type="pres">
      <dgm:prSet presAssocID="{6C2D73A2-1280-463C-AE9E-B6A676B4859F}" presName="rootComposite" presStyleCnt="0"/>
      <dgm:spPr/>
    </dgm:pt>
    <dgm:pt modelId="{17131E44-FA4D-430E-AC63-22FABBADAC11}" type="pres">
      <dgm:prSet presAssocID="{6C2D73A2-1280-463C-AE9E-B6A676B4859F}" presName="rootText" presStyleLbl="node4" presStyleIdx="5" presStyleCnt="6" custLinFactX="-200000" custLinFactY="47509" custLinFactNeighborX="-212318" custLinFactNeighborY="100000">
        <dgm:presLayoutVars>
          <dgm:chPref val="3"/>
        </dgm:presLayoutVars>
      </dgm:prSet>
      <dgm:spPr/>
      <dgm:t>
        <a:bodyPr/>
        <a:lstStyle/>
        <a:p>
          <a:endParaRPr lang="en-US"/>
        </a:p>
      </dgm:t>
    </dgm:pt>
    <dgm:pt modelId="{874C20C4-1D15-4D0D-8DA3-70B61D61A3AA}" type="pres">
      <dgm:prSet presAssocID="{6C2D73A2-1280-463C-AE9E-B6A676B4859F}" presName="rootConnector" presStyleLbl="node4" presStyleIdx="5" presStyleCnt="6"/>
      <dgm:spPr/>
      <dgm:t>
        <a:bodyPr/>
        <a:lstStyle/>
        <a:p>
          <a:endParaRPr lang="en-US"/>
        </a:p>
      </dgm:t>
    </dgm:pt>
    <dgm:pt modelId="{7C7ED98D-6C2B-413B-B9E6-2182A28E418A}" type="pres">
      <dgm:prSet presAssocID="{6C2D73A2-1280-463C-AE9E-B6A676B4859F}" presName="hierChild4" presStyleCnt="0"/>
      <dgm:spPr/>
    </dgm:pt>
    <dgm:pt modelId="{5B7F4730-FEEA-4C12-B075-5F3E868E8B63}" type="pres">
      <dgm:prSet presAssocID="{6C2D73A2-1280-463C-AE9E-B6A676B4859F}" presName="hierChild5" presStyleCnt="0"/>
      <dgm:spPr/>
    </dgm:pt>
    <dgm:pt modelId="{8DBA1DA2-5732-4356-B242-AAA43FF73A63}" type="pres">
      <dgm:prSet presAssocID="{B3529EDA-9570-445B-924B-E1D192DD72FD}" presName="hierChild5" presStyleCnt="0"/>
      <dgm:spPr/>
    </dgm:pt>
    <dgm:pt modelId="{3250CA5A-39ED-42A0-B336-DE5F632D4C88}" type="pres">
      <dgm:prSet presAssocID="{60DD099A-C4BB-40E4-9CA0-03098B56839C}" presName="hierChild5" presStyleCnt="0"/>
      <dgm:spPr/>
    </dgm:pt>
    <dgm:pt modelId="{75EB85F8-7C05-441A-B2C3-FA72F115A442}" type="pres">
      <dgm:prSet presAssocID="{907B98A5-B871-4270-BFD5-84B95515960B}" presName="hierChild5" presStyleCnt="0"/>
      <dgm:spPr/>
    </dgm:pt>
    <dgm:pt modelId="{EEEBD0D7-C9C6-4715-BA40-A4D587E4255A}" type="pres">
      <dgm:prSet presAssocID="{D82CC20D-398A-4D17-99B7-F158414DD5E5}" presName="Name37" presStyleLbl="parChTrans1D2" presStyleIdx="1" presStyleCnt="2"/>
      <dgm:spPr/>
      <dgm:t>
        <a:bodyPr/>
        <a:lstStyle/>
        <a:p>
          <a:endParaRPr lang="en-US"/>
        </a:p>
      </dgm:t>
    </dgm:pt>
    <dgm:pt modelId="{157F32B5-995C-46CF-8686-DEF5A8FE931D}" type="pres">
      <dgm:prSet presAssocID="{B6C9EC8B-A87D-48FA-8004-B7B93364EEE4}" presName="hierRoot2" presStyleCnt="0">
        <dgm:presLayoutVars>
          <dgm:hierBranch val="init"/>
        </dgm:presLayoutVars>
      </dgm:prSet>
      <dgm:spPr/>
    </dgm:pt>
    <dgm:pt modelId="{7A6780E5-A491-4F06-8765-E159B16AEB7C}" type="pres">
      <dgm:prSet presAssocID="{B6C9EC8B-A87D-48FA-8004-B7B93364EEE4}" presName="rootComposite" presStyleCnt="0"/>
      <dgm:spPr/>
    </dgm:pt>
    <dgm:pt modelId="{D5D88C74-A475-4E99-9412-C3CB9169D0DC}" type="pres">
      <dgm:prSet presAssocID="{B6C9EC8B-A87D-48FA-8004-B7B93364EEE4}" presName="rootText" presStyleLbl="node2" presStyleIdx="1" presStyleCnt="2" custScaleX="134502" custLinFactNeighborX="98904" custLinFactNeighborY="24604">
        <dgm:presLayoutVars>
          <dgm:chPref val="3"/>
        </dgm:presLayoutVars>
      </dgm:prSet>
      <dgm:spPr/>
      <dgm:t>
        <a:bodyPr/>
        <a:lstStyle/>
        <a:p>
          <a:endParaRPr lang="en-US"/>
        </a:p>
      </dgm:t>
    </dgm:pt>
    <dgm:pt modelId="{4FF8F976-1CA7-4C50-B02B-D0777402549E}" type="pres">
      <dgm:prSet presAssocID="{B6C9EC8B-A87D-48FA-8004-B7B93364EEE4}" presName="rootConnector" presStyleLbl="node2" presStyleIdx="1" presStyleCnt="2"/>
      <dgm:spPr/>
      <dgm:t>
        <a:bodyPr/>
        <a:lstStyle/>
        <a:p>
          <a:endParaRPr lang="en-US"/>
        </a:p>
      </dgm:t>
    </dgm:pt>
    <dgm:pt modelId="{111C1AD2-4E83-45F2-AB22-38D825625709}" type="pres">
      <dgm:prSet presAssocID="{B6C9EC8B-A87D-48FA-8004-B7B93364EEE4}" presName="hierChild4" presStyleCnt="0"/>
      <dgm:spPr/>
    </dgm:pt>
    <dgm:pt modelId="{122E6868-C3B6-4FFB-87AA-2A524CA4AD77}" type="pres">
      <dgm:prSet presAssocID="{B6C9EC8B-A87D-48FA-8004-B7B93364EEE4}" presName="hierChild5" presStyleCnt="0"/>
      <dgm:spPr/>
    </dgm:pt>
    <dgm:pt modelId="{C2EEBE32-BA92-4E9E-9183-800B76887E0E}" type="pres">
      <dgm:prSet presAssocID="{3CB085C8-DAC1-4187-A434-E9DF88D19178}" presName="hierChild3" presStyleCnt="0"/>
      <dgm:spPr/>
    </dgm:pt>
  </dgm:ptLst>
  <dgm:cxnLst>
    <dgm:cxn modelId="{98852369-DAE1-4794-95AA-A79C9DD6B00A}" type="presOf" srcId="{EE86FE10-23EA-4D1D-9B88-2EB6405468EE}" destId="{5E302186-A22E-4535-9D5D-36B67BE208C0}" srcOrd="0" destOrd="0" presId="urn:microsoft.com/office/officeart/2005/8/layout/orgChart1"/>
    <dgm:cxn modelId="{3F7DE715-2C9F-4E48-836F-F01C4DED0762}" srcId="{B3529EDA-9570-445B-924B-E1D192DD72FD}" destId="{1B8CE6EC-5A29-49BB-8F4B-89B96E602BDB}" srcOrd="0" destOrd="0" parTransId="{1EA9C269-45E0-4F87-94FB-36E5E8182922}" sibTransId="{A7ACA7DB-CF38-4ECF-A500-FD61DB47F4E1}"/>
    <dgm:cxn modelId="{64F7040C-D364-49E6-9FE1-E410E5A022F2}" srcId="{8261754A-D8B1-490C-B869-53FB10553EC2}" destId="{96C31234-2DC8-4C81-BA1F-1CF8A644FC45}" srcOrd="0" destOrd="0" parTransId="{E3C005B3-A2A1-47AA-A29B-F77158AB5BD7}" sibTransId="{C640042E-3C4E-464B-BE7E-0E7D2A24B812}"/>
    <dgm:cxn modelId="{901F7265-9C22-4BE4-A7C1-32D0DEECB0BD}" type="presOf" srcId="{B3529EDA-9570-445B-924B-E1D192DD72FD}" destId="{5D149836-EEDD-4123-B311-6C8998C7D677}" srcOrd="1" destOrd="0" presId="urn:microsoft.com/office/officeart/2005/8/layout/orgChart1"/>
    <dgm:cxn modelId="{5FA9994E-D12B-458A-9A7C-5376C854E94F}" type="presOf" srcId="{8785F3D2-0C0D-480B-A05E-5CC2C9012069}" destId="{913DCE69-7626-4C28-A7DE-6489A6184B02}" srcOrd="0" destOrd="0" presId="urn:microsoft.com/office/officeart/2005/8/layout/orgChart1"/>
    <dgm:cxn modelId="{3B9BBB39-D636-4407-BF92-5EE7AF27A192}" type="presOf" srcId="{6752195F-4D82-44D0-856C-F76A8841CDC2}" destId="{B6930443-E7E4-4022-BB98-BAC82EAADBC1}" srcOrd="0" destOrd="0" presId="urn:microsoft.com/office/officeart/2005/8/layout/orgChart1"/>
    <dgm:cxn modelId="{7D774908-E283-439E-A86A-6C484412BA84}" type="presOf" srcId="{D82CC20D-398A-4D17-99B7-F158414DD5E5}" destId="{EEEBD0D7-C9C6-4715-BA40-A4D587E4255A}" srcOrd="0" destOrd="0" presId="urn:microsoft.com/office/officeart/2005/8/layout/orgChart1"/>
    <dgm:cxn modelId="{9D8734F0-20BB-4FAC-A72A-9B41A444642E}" type="presOf" srcId="{8261754A-D8B1-490C-B869-53FB10553EC2}" destId="{657187FC-89BD-460C-AB39-5FF8109D959D}" srcOrd="0" destOrd="0" presId="urn:microsoft.com/office/officeart/2005/8/layout/orgChart1"/>
    <dgm:cxn modelId="{FB108CD2-9C2B-40A4-B767-98677278BD56}" srcId="{3CB085C8-DAC1-4187-A434-E9DF88D19178}" destId="{907B98A5-B871-4270-BFD5-84B95515960B}" srcOrd="0" destOrd="0" parTransId="{6752195F-4D82-44D0-856C-F76A8841CDC2}" sibTransId="{3D6F36A6-07CF-4FA0-BCFF-162D262BE19D}"/>
    <dgm:cxn modelId="{A5AAA52A-F5A1-4915-A365-66EF0E1C9670}" srcId="{96C31234-2DC8-4C81-BA1F-1CF8A644FC45}" destId="{0030B1A7-43C8-4222-AEB2-5569A4C315A2}" srcOrd="0" destOrd="0" parTransId="{C094710F-A60B-4C28-967B-5FC00D7B6110}" sibTransId="{FC116E67-F1D0-49C8-88A6-A668F8B800EE}"/>
    <dgm:cxn modelId="{C3E58105-F9ED-4D01-B9A0-67A5523E4814}" type="presOf" srcId="{3CB085C8-DAC1-4187-A434-E9DF88D19178}" destId="{246083D4-7BBB-4B2D-9334-3F0C02693CEE}" srcOrd="0" destOrd="0" presId="urn:microsoft.com/office/officeart/2005/8/layout/orgChart1"/>
    <dgm:cxn modelId="{06711FE5-C102-41E3-8778-603A26C63A7F}" srcId="{60DD099A-C4BB-40E4-9CA0-03098B56839C}" destId="{B3529EDA-9570-445B-924B-E1D192DD72FD}" srcOrd="0" destOrd="0" parTransId="{693CB8DF-E005-46EE-ADDE-E4D74E81BC65}" sibTransId="{A2C520F1-74B5-4320-8F42-C82B714B9FA1}"/>
    <dgm:cxn modelId="{80F9FAAB-8767-4A88-B39C-0202546F1C75}" type="presOf" srcId="{7FD1DC2E-C483-4B39-825A-C2BC9230072E}" destId="{A8FF7C7D-30AC-460A-B66B-AD2FE61AA27A}" srcOrd="0" destOrd="0" presId="urn:microsoft.com/office/officeart/2005/8/layout/orgChart1"/>
    <dgm:cxn modelId="{CD3FA60C-F5B9-48BE-8AEA-FCB073C0B683}" type="presOf" srcId="{6C2D73A2-1280-463C-AE9E-B6A676B4859F}" destId="{17131E44-FA4D-430E-AC63-22FABBADAC11}" srcOrd="0" destOrd="0" presId="urn:microsoft.com/office/officeart/2005/8/layout/orgChart1"/>
    <dgm:cxn modelId="{09B86DF2-AD85-4C10-A2B6-FCA376580EC6}" type="presOf" srcId="{907B98A5-B871-4270-BFD5-84B95515960B}" destId="{C5D745BF-54FE-4A80-80F2-26E7F08CDE5D}" srcOrd="0" destOrd="0" presId="urn:microsoft.com/office/officeart/2005/8/layout/orgChart1"/>
    <dgm:cxn modelId="{325B31F7-22FF-4A14-BEDC-CB961E7C4415}" type="presOf" srcId="{E3C005B3-A2A1-47AA-A29B-F77158AB5BD7}" destId="{7D7D27B2-616A-4CC2-962A-DEAA955393B8}" srcOrd="0" destOrd="0" presId="urn:microsoft.com/office/officeart/2005/8/layout/orgChart1"/>
    <dgm:cxn modelId="{D0FB5B2B-5E96-48DB-BE34-85CA4F1201F4}" type="presOf" srcId="{6C2D73A2-1280-463C-AE9E-B6A676B4859F}" destId="{874C20C4-1D15-4D0D-8DA3-70B61D61A3AA}" srcOrd="1" destOrd="0" presId="urn:microsoft.com/office/officeart/2005/8/layout/orgChart1"/>
    <dgm:cxn modelId="{4C672348-E609-49E0-AE96-5EEFFBF621AE}" srcId="{0030B1A7-43C8-4222-AEB2-5569A4C315A2}" destId="{8785F3D2-0C0D-480B-A05E-5CC2C9012069}" srcOrd="0" destOrd="0" parTransId="{23670909-2471-4972-B18A-83953C37019F}" sibTransId="{34771ABB-2D48-46A7-A628-C50551DD4E1C}"/>
    <dgm:cxn modelId="{AABA36C2-6948-4863-9E86-AABAA5EE4B49}" srcId="{3CB085C8-DAC1-4187-A434-E9DF88D19178}" destId="{B6C9EC8B-A87D-48FA-8004-B7B93364EEE4}" srcOrd="1" destOrd="0" parTransId="{D82CC20D-398A-4D17-99B7-F158414DD5E5}" sibTransId="{599C5BFC-A81F-43B2-BB90-D397A9738786}"/>
    <dgm:cxn modelId="{ED7A0E6D-CD01-421A-AB68-22C638DA17C9}" type="presOf" srcId="{1296DD57-5508-47BC-BDA6-373B50536F88}" destId="{74311948-3292-441E-B15E-758F8C61433A}" srcOrd="0" destOrd="0" presId="urn:microsoft.com/office/officeart/2005/8/layout/orgChart1"/>
    <dgm:cxn modelId="{E3734769-C290-416C-B2A2-8F2426849977}" type="presOf" srcId="{8785F3D2-0C0D-480B-A05E-5CC2C9012069}" destId="{9188BD5E-0B49-4299-BC43-7BC37CCDDEAF}" srcOrd="1" destOrd="0" presId="urn:microsoft.com/office/officeart/2005/8/layout/orgChart1"/>
    <dgm:cxn modelId="{8AD83188-E33F-4D33-8CB8-9DA05A922241}" type="presOf" srcId="{1EA9C269-45E0-4F87-94FB-36E5E8182922}" destId="{2FD8B882-7AC2-4C91-931E-105D55B4B12E}" srcOrd="0" destOrd="0" presId="urn:microsoft.com/office/officeart/2005/8/layout/orgChart1"/>
    <dgm:cxn modelId="{F4D8B43B-357A-4E71-B9E1-E14FA6396E03}" type="presOf" srcId="{96C31234-2DC8-4C81-BA1F-1CF8A644FC45}" destId="{3E59B87A-C433-4D6C-99B2-52D55DD9D9FD}" srcOrd="0" destOrd="0" presId="urn:microsoft.com/office/officeart/2005/8/layout/orgChart1"/>
    <dgm:cxn modelId="{05FCFB2B-143A-4EE9-BE1E-10CDF5498A1A}" type="presOf" srcId="{60DD099A-C4BB-40E4-9CA0-03098B56839C}" destId="{62649411-D540-455B-BF88-80525A60B7CD}" srcOrd="1" destOrd="0" presId="urn:microsoft.com/office/officeart/2005/8/layout/orgChart1"/>
    <dgm:cxn modelId="{28B6636A-6DFF-4978-A1E7-3C7A3B8F0718}" type="presOf" srcId="{C094710F-A60B-4C28-967B-5FC00D7B6110}" destId="{955BCAD0-9507-404C-AB12-C220B0EC19B9}" srcOrd="0" destOrd="0" presId="urn:microsoft.com/office/officeart/2005/8/layout/orgChart1"/>
    <dgm:cxn modelId="{F8E26839-EEEB-4D2B-9123-DE98A3542BC6}" type="presOf" srcId="{B6C9EC8B-A87D-48FA-8004-B7B93364EEE4}" destId="{D5D88C74-A475-4E99-9412-C3CB9169D0DC}" srcOrd="0" destOrd="0" presId="urn:microsoft.com/office/officeart/2005/8/layout/orgChart1"/>
    <dgm:cxn modelId="{136D27C5-5519-4C23-896E-22BDA4A4F368}" srcId="{907B98A5-B871-4270-BFD5-84B95515960B}" destId="{8261754A-D8B1-490C-B869-53FB10553EC2}" srcOrd="0" destOrd="0" parTransId="{1296DD57-5508-47BC-BDA6-373B50536F88}" sibTransId="{3A2F1753-1A0D-431B-8315-8668D16DA605}"/>
    <dgm:cxn modelId="{4D57280F-4CD8-410E-AA2A-3F27F2DDCD9C}" type="presOf" srcId="{0030B1A7-43C8-4222-AEB2-5569A4C315A2}" destId="{DBF00864-5C19-4E58-8E36-BDECF9D9121A}" srcOrd="1" destOrd="0" presId="urn:microsoft.com/office/officeart/2005/8/layout/orgChart1"/>
    <dgm:cxn modelId="{D0A7ED3B-E0CA-4D70-9B7B-F2C27036A2CB}" type="presOf" srcId="{60DD099A-C4BB-40E4-9CA0-03098B56839C}" destId="{648DE3E4-4A88-477F-B40D-3568DB20DC98}" srcOrd="0" destOrd="0" presId="urn:microsoft.com/office/officeart/2005/8/layout/orgChart1"/>
    <dgm:cxn modelId="{1A20AA34-3260-4C74-832E-11E2DBDBB969}" type="presOf" srcId="{23670909-2471-4972-B18A-83953C37019F}" destId="{A8617BBE-9AD2-42CC-9040-7A9D6F9B3F66}" srcOrd="0" destOrd="0" presId="urn:microsoft.com/office/officeart/2005/8/layout/orgChart1"/>
    <dgm:cxn modelId="{3B554879-4D9F-4FF3-90F1-E4A563FBF9AA}" srcId="{EE86FE10-23EA-4D1D-9B88-2EB6405468EE}" destId="{3CB085C8-DAC1-4187-A434-E9DF88D19178}" srcOrd="0" destOrd="0" parTransId="{8B62A12D-217A-4BD1-9CC7-9A9425B5AB91}" sibTransId="{1EFA580A-0223-4F58-BFBD-218A42094DB1}"/>
    <dgm:cxn modelId="{EA356800-AD15-48EC-92C0-2BEB5581621C}" type="presOf" srcId="{96C31234-2DC8-4C81-BA1F-1CF8A644FC45}" destId="{C3E389D3-63A8-4C20-86FE-47AC974FAF6D}" srcOrd="1" destOrd="0" presId="urn:microsoft.com/office/officeart/2005/8/layout/orgChart1"/>
    <dgm:cxn modelId="{12F0B08A-DB36-4305-8F3E-D5A69A5525BF}" type="presOf" srcId="{907B98A5-B871-4270-BFD5-84B95515960B}" destId="{A2A7309E-C4DC-46DB-971C-797DE759E86A}" srcOrd="1" destOrd="0" presId="urn:microsoft.com/office/officeart/2005/8/layout/orgChart1"/>
    <dgm:cxn modelId="{A8BE6B4A-6544-482B-9DB6-A6D63F249067}" type="presOf" srcId="{B3529EDA-9570-445B-924B-E1D192DD72FD}" destId="{A1F68069-EB1C-4EC4-9798-5B61431CDB83}" srcOrd="0" destOrd="0" presId="urn:microsoft.com/office/officeart/2005/8/layout/orgChart1"/>
    <dgm:cxn modelId="{C1737391-99F0-4C45-8D2E-B53242CA593F}" type="presOf" srcId="{1B8CE6EC-5A29-49BB-8F4B-89B96E602BDB}" destId="{E80DBE78-83B2-4713-8048-2B0770D14BB2}" srcOrd="1" destOrd="0" presId="urn:microsoft.com/office/officeart/2005/8/layout/orgChart1"/>
    <dgm:cxn modelId="{3CCECC3E-B69A-45ED-BC46-67C27EF078C5}" type="presOf" srcId="{9C101502-89FD-490F-B075-D072FFC8630C}" destId="{7F2BC03D-FF0A-46E2-9DB7-5CA15A6BF900}" srcOrd="0" destOrd="0" presId="urn:microsoft.com/office/officeart/2005/8/layout/orgChart1"/>
    <dgm:cxn modelId="{49B61ACB-BE9F-4D5D-97B5-13D8EA4D4B4C}" type="presOf" srcId="{693CB8DF-E005-46EE-ADDE-E4D74E81BC65}" destId="{D708CF83-8600-4A34-86B1-22DF51B47106}" srcOrd="0" destOrd="0" presId="urn:microsoft.com/office/officeart/2005/8/layout/orgChart1"/>
    <dgm:cxn modelId="{54C29600-8927-4581-AA57-59B0212BC6DC}" type="presOf" srcId="{3CB085C8-DAC1-4187-A434-E9DF88D19178}" destId="{33B4C197-2D10-499F-8E2E-454FCE4D8DF3}" srcOrd="1" destOrd="0" presId="urn:microsoft.com/office/officeart/2005/8/layout/orgChart1"/>
    <dgm:cxn modelId="{7382F8BC-9C71-4AF8-9423-8DECCE5B5011}" type="presOf" srcId="{0030B1A7-43C8-4222-AEB2-5569A4C315A2}" destId="{84295818-7DE6-4F56-8FDA-3A6B3C16555A}" srcOrd="0" destOrd="0" presId="urn:microsoft.com/office/officeart/2005/8/layout/orgChart1"/>
    <dgm:cxn modelId="{7404FA0E-3FCF-43AD-8FF5-A1F597BDF34C}" type="presOf" srcId="{1B8CE6EC-5A29-49BB-8F4B-89B96E602BDB}" destId="{4010DEAB-FD17-4108-8DA2-6368FFB087AB}" srcOrd="0" destOrd="0" presId="urn:microsoft.com/office/officeart/2005/8/layout/orgChart1"/>
    <dgm:cxn modelId="{9D00FC2E-D3C1-49D7-BAF9-B572C479AB04}" type="presOf" srcId="{B6C9EC8B-A87D-48FA-8004-B7B93364EEE4}" destId="{4FF8F976-1CA7-4C50-B02B-D0777402549E}" srcOrd="1" destOrd="0" presId="urn:microsoft.com/office/officeart/2005/8/layout/orgChart1"/>
    <dgm:cxn modelId="{BE79581A-15A4-4EEB-AAF4-FC55ACCE4894}" type="presOf" srcId="{8261754A-D8B1-490C-B869-53FB10553EC2}" destId="{A9481C4B-1089-4678-8670-4CA93D8B3F15}" srcOrd="1" destOrd="0" presId="urn:microsoft.com/office/officeart/2005/8/layout/orgChart1"/>
    <dgm:cxn modelId="{C6FB6B75-FFB4-45E5-A084-5169BEE0CC3F}" srcId="{907B98A5-B871-4270-BFD5-84B95515960B}" destId="{60DD099A-C4BB-40E4-9CA0-03098B56839C}" srcOrd="1" destOrd="0" parTransId="{9C101502-89FD-490F-B075-D072FFC8630C}" sibTransId="{1D9C8619-37F2-45A0-9A6E-4F734CC9DF0E}"/>
    <dgm:cxn modelId="{278869B8-3AB6-4D9E-BA2E-98F3484E59D3}" srcId="{B3529EDA-9570-445B-924B-E1D192DD72FD}" destId="{6C2D73A2-1280-463C-AE9E-B6A676B4859F}" srcOrd="1" destOrd="0" parTransId="{7FD1DC2E-C483-4B39-825A-C2BC9230072E}" sibTransId="{E8C4BB9A-6984-4B92-8F7A-54B0A5FC0A66}"/>
    <dgm:cxn modelId="{CEFDB6AC-EE64-41BC-9C57-6AC256B3BD13}" type="presParOf" srcId="{5E302186-A22E-4535-9D5D-36B67BE208C0}" destId="{981D80B7-5CE8-4E37-B61C-67FA253E85C3}" srcOrd="0" destOrd="0" presId="urn:microsoft.com/office/officeart/2005/8/layout/orgChart1"/>
    <dgm:cxn modelId="{2EE57391-4A87-4F59-886D-B1410DB8E345}" type="presParOf" srcId="{981D80B7-5CE8-4E37-B61C-67FA253E85C3}" destId="{A6599941-AD06-4E55-823C-16374FE309EB}" srcOrd="0" destOrd="0" presId="urn:microsoft.com/office/officeart/2005/8/layout/orgChart1"/>
    <dgm:cxn modelId="{B09986AC-79DA-41A0-A413-5FCD27A8F554}" type="presParOf" srcId="{A6599941-AD06-4E55-823C-16374FE309EB}" destId="{246083D4-7BBB-4B2D-9334-3F0C02693CEE}" srcOrd="0" destOrd="0" presId="urn:microsoft.com/office/officeart/2005/8/layout/orgChart1"/>
    <dgm:cxn modelId="{42E3871F-3B6C-45A2-9D16-0B3139EA0A10}" type="presParOf" srcId="{A6599941-AD06-4E55-823C-16374FE309EB}" destId="{33B4C197-2D10-499F-8E2E-454FCE4D8DF3}" srcOrd="1" destOrd="0" presId="urn:microsoft.com/office/officeart/2005/8/layout/orgChart1"/>
    <dgm:cxn modelId="{5DF36CC2-7C93-4D08-AEFE-800EDB9E9C67}" type="presParOf" srcId="{981D80B7-5CE8-4E37-B61C-67FA253E85C3}" destId="{7A72BC48-448C-4CB9-906C-98FC1C8A08E4}" srcOrd="1" destOrd="0" presId="urn:microsoft.com/office/officeart/2005/8/layout/orgChart1"/>
    <dgm:cxn modelId="{C386719B-68F8-490F-AA7F-E7FA7C3B14C9}" type="presParOf" srcId="{7A72BC48-448C-4CB9-906C-98FC1C8A08E4}" destId="{B6930443-E7E4-4022-BB98-BAC82EAADBC1}" srcOrd="0" destOrd="0" presId="urn:microsoft.com/office/officeart/2005/8/layout/orgChart1"/>
    <dgm:cxn modelId="{B25C69DC-BA9B-4CF3-979C-3977812CACA7}" type="presParOf" srcId="{7A72BC48-448C-4CB9-906C-98FC1C8A08E4}" destId="{C9CC452C-DEAA-4C28-B2A2-74676F27D37B}" srcOrd="1" destOrd="0" presId="urn:microsoft.com/office/officeart/2005/8/layout/orgChart1"/>
    <dgm:cxn modelId="{CDE78E7E-417E-4926-A889-58C2258757A8}" type="presParOf" srcId="{C9CC452C-DEAA-4C28-B2A2-74676F27D37B}" destId="{6F0253FE-E1C7-4E26-BEF7-4C7BC549887E}" srcOrd="0" destOrd="0" presId="urn:microsoft.com/office/officeart/2005/8/layout/orgChart1"/>
    <dgm:cxn modelId="{4C6D7CD4-EC08-48A0-AD1A-45D8F97D5258}" type="presParOf" srcId="{6F0253FE-E1C7-4E26-BEF7-4C7BC549887E}" destId="{C5D745BF-54FE-4A80-80F2-26E7F08CDE5D}" srcOrd="0" destOrd="0" presId="urn:microsoft.com/office/officeart/2005/8/layout/orgChart1"/>
    <dgm:cxn modelId="{580CFAD8-5C82-49BB-A100-CF6E7A400360}" type="presParOf" srcId="{6F0253FE-E1C7-4E26-BEF7-4C7BC549887E}" destId="{A2A7309E-C4DC-46DB-971C-797DE759E86A}" srcOrd="1" destOrd="0" presId="urn:microsoft.com/office/officeart/2005/8/layout/orgChart1"/>
    <dgm:cxn modelId="{A8E160C8-87B1-4C6F-BFCC-B3D78ADB3227}" type="presParOf" srcId="{C9CC452C-DEAA-4C28-B2A2-74676F27D37B}" destId="{D21D5C6A-BE8C-4754-A3A5-C2BF33331A81}" srcOrd="1" destOrd="0" presId="urn:microsoft.com/office/officeart/2005/8/layout/orgChart1"/>
    <dgm:cxn modelId="{B60F6043-B984-40D0-9DD3-D3B9483532C5}" type="presParOf" srcId="{D21D5C6A-BE8C-4754-A3A5-C2BF33331A81}" destId="{74311948-3292-441E-B15E-758F8C61433A}" srcOrd="0" destOrd="0" presId="urn:microsoft.com/office/officeart/2005/8/layout/orgChart1"/>
    <dgm:cxn modelId="{2F6CD384-F58E-425E-87CF-4F903ADC4274}" type="presParOf" srcId="{D21D5C6A-BE8C-4754-A3A5-C2BF33331A81}" destId="{0CC09694-4957-413B-81D9-58ED39E54C88}" srcOrd="1" destOrd="0" presId="urn:microsoft.com/office/officeart/2005/8/layout/orgChart1"/>
    <dgm:cxn modelId="{2F0F5D56-D054-43B8-9103-ACD8EECF8524}" type="presParOf" srcId="{0CC09694-4957-413B-81D9-58ED39E54C88}" destId="{B12D0B3F-B69A-4BF7-9F76-D77ECE633ADD}" srcOrd="0" destOrd="0" presId="urn:microsoft.com/office/officeart/2005/8/layout/orgChart1"/>
    <dgm:cxn modelId="{FD4DA8B9-4F9D-4463-A5DE-598287C940D1}" type="presParOf" srcId="{B12D0B3F-B69A-4BF7-9F76-D77ECE633ADD}" destId="{657187FC-89BD-460C-AB39-5FF8109D959D}" srcOrd="0" destOrd="0" presId="urn:microsoft.com/office/officeart/2005/8/layout/orgChart1"/>
    <dgm:cxn modelId="{BD1A7525-098F-49E1-BF5E-88AADC8C2F46}" type="presParOf" srcId="{B12D0B3F-B69A-4BF7-9F76-D77ECE633ADD}" destId="{A9481C4B-1089-4678-8670-4CA93D8B3F15}" srcOrd="1" destOrd="0" presId="urn:microsoft.com/office/officeart/2005/8/layout/orgChart1"/>
    <dgm:cxn modelId="{AE56B0B7-71DD-4266-B720-BCCF6D5D0D60}" type="presParOf" srcId="{0CC09694-4957-413B-81D9-58ED39E54C88}" destId="{389508CA-CBD0-48A0-B24E-52000513D885}" srcOrd="1" destOrd="0" presId="urn:microsoft.com/office/officeart/2005/8/layout/orgChart1"/>
    <dgm:cxn modelId="{ACC6F435-984D-4740-B296-D7BA2E2862DC}" type="presParOf" srcId="{389508CA-CBD0-48A0-B24E-52000513D885}" destId="{7D7D27B2-616A-4CC2-962A-DEAA955393B8}" srcOrd="0" destOrd="0" presId="urn:microsoft.com/office/officeart/2005/8/layout/orgChart1"/>
    <dgm:cxn modelId="{D69EB6E0-5871-402D-BC9A-81577737ECA7}" type="presParOf" srcId="{389508CA-CBD0-48A0-B24E-52000513D885}" destId="{AF1B098B-30E1-4F16-96A1-1F75206AB27A}" srcOrd="1" destOrd="0" presId="urn:microsoft.com/office/officeart/2005/8/layout/orgChart1"/>
    <dgm:cxn modelId="{CBD6BA5D-44FA-49CB-A3ED-046F02478882}" type="presParOf" srcId="{AF1B098B-30E1-4F16-96A1-1F75206AB27A}" destId="{CB44EE81-5C81-4973-9A85-6DCB188CC36A}" srcOrd="0" destOrd="0" presId="urn:microsoft.com/office/officeart/2005/8/layout/orgChart1"/>
    <dgm:cxn modelId="{0F2BFE63-15BA-464A-AA1F-D77154B34B1F}" type="presParOf" srcId="{CB44EE81-5C81-4973-9A85-6DCB188CC36A}" destId="{3E59B87A-C433-4D6C-99B2-52D55DD9D9FD}" srcOrd="0" destOrd="0" presId="urn:microsoft.com/office/officeart/2005/8/layout/orgChart1"/>
    <dgm:cxn modelId="{CD41710F-7D85-4D0E-A0B6-3873BE47A280}" type="presParOf" srcId="{CB44EE81-5C81-4973-9A85-6DCB188CC36A}" destId="{C3E389D3-63A8-4C20-86FE-47AC974FAF6D}" srcOrd="1" destOrd="0" presId="urn:microsoft.com/office/officeart/2005/8/layout/orgChart1"/>
    <dgm:cxn modelId="{1044D70A-03AB-42E3-90D4-4CCAAE2CB12C}" type="presParOf" srcId="{AF1B098B-30E1-4F16-96A1-1F75206AB27A}" destId="{F8795DB3-79D8-48ED-A59E-9976A47A1666}" srcOrd="1" destOrd="0" presId="urn:microsoft.com/office/officeart/2005/8/layout/orgChart1"/>
    <dgm:cxn modelId="{275310BA-FEB8-4284-8C75-A613C89A12AC}" type="presParOf" srcId="{F8795DB3-79D8-48ED-A59E-9976A47A1666}" destId="{955BCAD0-9507-404C-AB12-C220B0EC19B9}" srcOrd="0" destOrd="0" presId="urn:microsoft.com/office/officeart/2005/8/layout/orgChart1"/>
    <dgm:cxn modelId="{C26EB3B0-0A4F-4F1B-ABCB-6DDD43B2A7A2}" type="presParOf" srcId="{F8795DB3-79D8-48ED-A59E-9976A47A1666}" destId="{2DF68506-6923-4142-AE39-C39481BE921B}" srcOrd="1" destOrd="0" presId="urn:microsoft.com/office/officeart/2005/8/layout/orgChart1"/>
    <dgm:cxn modelId="{3D3F09C6-824D-4AA3-BE2C-E5206486EB6D}" type="presParOf" srcId="{2DF68506-6923-4142-AE39-C39481BE921B}" destId="{7ED089B1-704D-473A-9ABE-2C21129B058A}" srcOrd="0" destOrd="0" presId="urn:microsoft.com/office/officeart/2005/8/layout/orgChart1"/>
    <dgm:cxn modelId="{FC52781F-E599-4B32-9448-5F2EAF7D133A}" type="presParOf" srcId="{7ED089B1-704D-473A-9ABE-2C21129B058A}" destId="{84295818-7DE6-4F56-8FDA-3A6B3C16555A}" srcOrd="0" destOrd="0" presId="urn:microsoft.com/office/officeart/2005/8/layout/orgChart1"/>
    <dgm:cxn modelId="{639F7168-FDFC-4320-80D3-092A21C82691}" type="presParOf" srcId="{7ED089B1-704D-473A-9ABE-2C21129B058A}" destId="{DBF00864-5C19-4E58-8E36-BDECF9D9121A}" srcOrd="1" destOrd="0" presId="urn:microsoft.com/office/officeart/2005/8/layout/orgChart1"/>
    <dgm:cxn modelId="{72F6E43A-2E7E-457C-9A58-8E9DC6752E0E}" type="presParOf" srcId="{2DF68506-6923-4142-AE39-C39481BE921B}" destId="{F02A57D5-82B4-4A7D-A7B6-2BA4C765CD37}" srcOrd="1" destOrd="0" presId="urn:microsoft.com/office/officeart/2005/8/layout/orgChart1"/>
    <dgm:cxn modelId="{21840810-7AF9-4651-BF23-A0C89990C8F7}" type="presParOf" srcId="{F02A57D5-82B4-4A7D-A7B6-2BA4C765CD37}" destId="{A8617BBE-9AD2-42CC-9040-7A9D6F9B3F66}" srcOrd="0" destOrd="0" presId="urn:microsoft.com/office/officeart/2005/8/layout/orgChart1"/>
    <dgm:cxn modelId="{A8A0C57B-C73A-469D-93AB-19B5012DE916}" type="presParOf" srcId="{F02A57D5-82B4-4A7D-A7B6-2BA4C765CD37}" destId="{AB3D55BF-F0EE-46E9-B643-7AF9545C3073}" srcOrd="1" destOrd="0" presId="urn:microsoft.com/office/officeart/2005/8/layout/orgChart1"/>
    <dgm:cxn modelId="{02ABB71A-FA3B-40C7-B05F-FF527FB96959}" type="presParOf" srcId="{AB3D55BF-F0EE-46E9-B643-7AF9545C3073}" destId="{F90045A6-87D6-463C-8D3E-0C6148AF8B3D}" srcOrd="0" destOrd="0" presId="urn:microsoft.com/office/officeart/2005/8/layout/orgChart1"/>
    <dgm:cxn modelId="{0F40087D-3059-4700-982B-8F7750B4EBA1}" type="presParOf" srcId="{F90045A6-87D6-463C-8D3E-0C6148AF8B3D}" destId="{913DCE69-7626-4C28-A7DE-6489A6184B02}" srcOrd="0" destOrd="0" presId="urn:microsoft.com/office/officeart/2005/8/layout/orgChart1"/>
    <dgm:cxn modelId="{8F77D542-4DBC-473A-AAD2-B00CDD19388C}" type="presParOf" srcId="{F90045A6-87D6-463C-8D3E-0C6148AF8B3D}" destId="{9188BD5E-0B49-4299-BC43-7BC37CCDDEAF}" srcOrd="1" destOrd="0" presId="urn:microsoft.com/office/officeart/2005/8/layout/orgChart1"/>
    <dgm:cxn modelId="{3DD8F527-93AF-4306-8A58-6AF9C1812EBC}" type="presParOf" srcId="{AB3D55BF-F0EE-46E9-B643-7AF9545C3073}" destId="{E607BB8E-3CC6-463C-AC5D-E72710D0AA6F}" srcOrd="1" destOrd="0" presId="urn:microsoft.com/office/officeart/2005/8/layout/orgChart1"/>
    <dgm:cxn modelId="{6E145114-7E29-4114-AC83-1D04864AF598}" type="presParOf" srcId="{AB3D55BF-F0EE-46E9-B643-7AF9545C3073}" destId="{6B11C4E9-DBB3-4806-8AE7-5D19360430B9}" srcOrd="2" destOrd="0" presId="urn:microsoft.com/office/officeart/2005/8/layout/orgChart1"/>
    <dgm:cxn modelId="{B9141E3D-291F-4361-87A1-4F1A8F7F39FA}" type="presParOf" srcId="{2DF68506-6923-4142-AE39-C39481BE921B}" destId="{87321D62-2B76-4968-B04B-91522092EE15}" srcOrd="2" destOrd="0" presId="urn:microsoft.com/office/officeart/2005/8/layout/orgChart1"/>
    <dgm:cxn modelId="{A2121BF6-621F-4418-A4F6-1CBC5DC49251}" type="presParOf" srcId="{AF1B098B-30E1-4F16-96A1-1F75206AB27A}" destId="{62A7C638-6121-48D5-B7D6-7EC4750FA29F}" srcOrd="2" destOrd="0" presId="urn:microsoft.com/office/officeart/2005/8/layout/orgChart1"/>
    <dgm:cxn modelId="{FB896EB9-7067-4E44-8CBE-C502FBC89130}" type="presParOf" srcId="{0CC09694-4957-413B-81D9-58ED39E54C88}" destId="{A9AD4357-A644-446D-BC78-75348DC99E9C}" srcOrd="2" destOrd="0" presId="urn:microsoft.com/office/officeart/2005/8/layout/orgChart1"/>
    <dgm:cxn modelId="{D91B9F05-164F-4B17-8FDB-44598AC2D25D}" type="presParOf" srcId="{D21D5C6A-BE8C-4754-A3A5-C2BF33331A81}" destId="{7F2BC03D-FF0A-46E2-9DB7-5CA15A6BF900}" srcOrd="2" destOrd="0" presId="urn:microsoft.com/office/officeart/2005/8/layout/orgChart1"/>
    <dgm:cxn modelId="{FE0DF216-9438-4120-81EE-618FF27450D0}" type="presParOf" srcId="{D21D5C6A-BE8C-4754-A3A5-C2BF33331A81}" destId="{7BD5600C-8792-4267-BA57-603A0BFF2F70}" srcOrd="3" destOrd="0" presId="urn:microsoft.com/office/officeart/2005/8/layout/orgChart1"/>
    <dgm:cxn modelId="{03F1C7AF-570D-4BE4-8D84-AA0E94E3A8E2}" type="presParOf" srcId="{7BD5600C-8792-4267-BA57-603A0BFF2F70}" destId="{B9EAEFF3-7229-4DBE-8363-5FCEB0E1C3B4}" srcOrd="0" destOrd="0" presId="urn:microsoft.com/office/officeart/2005/8/layout/orgChart1"/>
    <dgm:cxn modelId="{E863644E-85EF-4A9C-82E6-53AB3C1F3231}" type="presParOf" srcId="{B9EAEFF3-7229-4DBE-8363-5FCEB0E1C3B4}" destId="{648DE3E4-4A88-477F-B40D-3568DB20DC98}" srcOrd="0" destOrd="0" presId="urn:microsoft.com/office/officeart/2005/8/layout/orgChart1"/>
    <dgm:cxn modelId="{40EBC7B0-C93E-492D-AEB7-D8C11D1B82D8}" type="presParOf" srcId="{B9EAEFF3-7229-4DBE-8363-5FCEB0E1C3B4}" destId="{62649411-D540-455B-BF88-80525A60B7CD}" srcOrd="1" destOrd="0" presId="urn:microsoft.com/office/officeart/2005/8/layout/orgChart1"/>
    <dgm:cxn modelId="{DB7CF25F-F188-4A30-AE2D-3E3B9A6E0C98}" type="presParOf" srcId="{7BD5600C-8792-4267-BA57-603A0BFF2F70}" destId="{676F74F9-93FE-4AF0-8048-5C116E4D573D}" srcOrd="1" destOrd="0" presId="urn:microsoft.com/office/officeart/2005/8/layout/orgChart1"/>
    <dgm:cxn modelId="{FE2A09F6-053B-4333-A2F0-B71F5FB71AA2}" type="presParOf" srcId="{676F74F9-93FE-4AF0-8048-5C116E4D573D}" destId="{D708CF83-8600-4A34-86B1-22DF51B47106}" srcOrd="0" destOrd="0" presId="urn:microsoft.com/office/officeart/2005/8/layout/orgChart1"/>
    <dgm:cxn modelId="{9A010121-89EF-458A-BE21-5F37249C2B91}" type="presParOf" srcId="{676F74F9-93FE-4AF0-8048-5C116E4D573D}" destId="{9296F0B2-61C2-4B61-8FBB-D3D74CD626ED}" srcOrd="1" destOrd="0" presId="urn:microsoft.com/office/officeart/2005/8/layout/orgChart1"/>
    <dgm:cxn modelId="{56D6EFC2-9113-4ADE-ACF2-ED5FCD22A9B3}" type="presParOf" srcId="{9296F0B2-61C2-4B61-8FBB-D3D74CD626ED}" destId="{80B4996A-AEC7-4DAE-80FC-60CDC34830B7}" srcOrd="0" destOrd="0" presId="urn:microsoft.com/office/officeart/2005/8/layout/orgChart1"/>
    <dgm:cxn modelId="{B1607354-9849-4135-B403-3CE7530D89FB}" type="presParOf" srcId="{80B4996A-AEC7-4DAE-80FC-60CDC34830B7}" destId="{A1F68069-EB1C-4EC4-9798-5B61431CDB83}" srcOrd="0" destOrd="0" presId="urn:microsoft.com/office/officeart/2005/8/layout/orgChart1"/>
    <dgm:cxn modelId="{7F1F8C1E-62E6-4C95-B8F1-18142B3F88AA}" type="presParOf" srcId="{80B4996A-AEC7-4DAE-80FC-60CDC34830B7}" destId="{5D149836-EEDD-4123-B311-6C8998C7D677}" srcOrd="1" destOrd="0" presId="urn:microsoft.com/office/officeart/2005/8/layout/orgChart1"/>
    <dgm:cxn modelId="{732B8525-0519-4EF6-A633-C14FF4925E5E}" type="presParOf" srcId="{9296F0B2-61C2-4B61-8FBB-D3D74CD626ED}" destId="{C2BA5208-4474-4183-A674-5B6003D131E1}" srcOrd="1" destOrd="0" presId="urn:microsoft.com/office/officeart/2005/8/layout/orgChart1"/>
    <dgm:cxn modelId="{7E1F5CB4-2C41-4F20-A51B-BFD45441BC91}" type="presParOf" srcId="{C2BA5208-4474-4183-A674-5B6003D131E1}" destId="{2FD8B882-7AC2-4C91-931E-105D55B4B12E}" srcOrd="0" destOrd="0" presId="urn:microsoft.com/office/officeart/2005/8/layout/orgChart1"/>
    <dgm:cxn modelId="{98586B8B-4AE6-46B5-8BF4-00A34DC8D63B}" type="presParOf" srcId="{C2BA5208-4474-4183-A674-5B6003D131E1}" destId="{58FF95C7-C0C3-4100-B5A6-2A0723F5EDA2}" srcOrd="1" destOrd="0" presId="urn:microsoft.com/office/officeart/2005/8/layout/orgChart1"/>
    <dgm:cxn modelId="{A5E39AB7-39B6-4DC6-AD88-A453C229450D}" type="presParOf" srcId="{58FF95C7-C0C3-4100-B5A6-2A0723F5EDA2}" destId="{70DE2BF5-2125-4F57-9073-F53695AA40A3}" srcOrd="0" destOrd="0" presId="urn:microsoft.com/office/officeart/2005/8/layout/orgChart1"/>
    <dgm:cxn modelId="{CF20C97A-3570-4908-90ED-6E67389C4C1C}" type="presParOf" srcId="{70DE2BF5-2125-4F57-9073-F53695AA40A3}" destId="{4010DEAB-FD17-4108-8DA2-6368FFB087AB}" srcOrd="0" destOrd="0" presId="urn:microsoft.com/office/officeart/2005/8/layout/orgChart1"/>
    <dgm:cxn modelId="{6DDE4546-1899-4430-AA3E-1005C109E713}" type="presParOf" srcId="{70DE2BF5-2125-4F57-9073-F53695AA40A3}" destId="{E80DBE78-83B2-4713-8048-2B0770D14BB2}" srcOrd="1" destOrd="0" presId="urn:microsoft.com/office/officeart/2005/8/layout/orgChart1"/>
    <dgm:cxn modelId="{D701F952-44B1-4887-870D-1FE17DB58CED}" type="presParOf" srcId="{58FF95C7-C0C3-4100-B5A6-2A0723F5EDA2}" destId="{2C419DA6-EE06-4E9A-85CB-B339ECBFAB87}" srcOrd="1" destOrd="0" presId="urn:microsoft.com/office/officeart/2005/8/layout/orgChart1"/>
    <dgm:cxn modelId="{D4BC6004-8034-435F-B786-196190E7E986}" type="presParOf" srcId="{58FF95C7-C0C3-4100-B5A6-2A0723F5EDA2}" destId="{DDFA7FEA-E184-43B9-9B00-BE655D2D595F}" srcOrd="2" destOrd="0" presId="urn:microsoft.com/office/officeart/2005/8/layout/orgChart1"/>
    <dgm:cxn modelId="{FDDBFA92-900F-4056-BC80-404E17D90BE2}" type="presParOf" srcId="{C2BA5208-4474-4183-A674-5B6003D131E1}" destId="{A8FF7C7D-30AC-460A-B66B-AD2FE61AA27A}" srcOrd="2" destOrd="0" presId="urn:microsoft.com/office/officeart/2005/8/layout/orgChart1"/>
    <dgm:cxn modelId="{2EA99B5E-48E9-4697-A87D-D6D15C42271C}" type="presParOf" srcId="{C2BA5208-4474-4183-A674-5B6003D131E1}" destId="{5FE2F334-8CA9-4280-B46E-07E2415D1EA4}" srcOrd="3" destOrd="0" presId="urn:microsoft.com/office/officeart/2005/8/layout/orgChart1"/>
    <dgm:cxn modelId="{C1E076D8-EF0E-4F0D-A568-CA86D7AAFBCB}" type="presParOf" srcId="{5FE2F334-8CA9-4280-B46E-07E2415D1EA4}" destId="{05E34FF8-A341-475D-905C-5210F3BB42CB}" srcOrd="0" destOrd="0" presId="urn:microsoft.com/office/officeart/2005/8/layout/orgChart1"/>
    <dgm:cxn modelId="{9240EAC5-0AE4-4829-A303-5FC6C6E1E488}" type="presParOf" srcId="{05E34FF8-A341-475D-905C-5210F3BB42CB}" destId="{17131E44-FA4D-430E-AC63-22FABBADAC11}" srcOrd="0" destOrd="0" presId="urn:microsoft.com/office/officeart/2005/8/layout/orgChart1"/>
    <dgm:cxn modelId="{ECEE3831-F6EA-4C7D-84CB-530F9821DAE8}" type="presParOf" srcId="{05E34FF8-A341-475D-905C-5210F3BB42CB}" destId="{874C20C4-1D15-4D0D-8DA3-70B61D61A3AA}" srcOrd="1" destOrd="0" presId="urn:microsoft.com/office/officeart/2005/8/layout/orgChart1"/>
    <dgm:cxn modelId="{65B56894-F678-4ACA-9668-E49850C79121}" type="presParOf" srcId="{5FE2F334-8CA9-4280-B46E-07E2415D1EA4}" destId="{7C7ED98D-6C2B-413B-B9E6-2182A28E418A}" srcOrd="1" destOrd="0" presId="urn:microsoft.com/office/officeart/2005/8/layout/orgChart1"/>
    <dgm:cxn modelId="{0B659AC3-B277-462C-9713-D0D8A3B5A84F}" type="presParOf" srcId="{5FE2F334-8CA9-4280-B46E-07E2415D1EA4}" destId="{5B7F4730-FEEA-4C12-B075-5F3E868E8B63}" srcOrd="2" destOrd="0" presId="urn:microsoft.com/office/officeart/2005/8/layout/orgChart1"/>
    <dgm:cxn modelId="{3ABD79E8-1A39-4360-8622-59BBD48AE2AB}" type="presParOf" srcId="{9296F0B2-61C2-4B61-8FBB-D3D74CD626ED}" destId="{8DBA1DA2-5732-4356-B242-AAA43FF73A63}" srcOrd="2" destOrd="0" presId="urn:microsoft.com/office/officeart/2005/8/layout/orgChart1"/>
    <dgm:cxn modelId="{DE397B8A-6F79-4611-BEC7-6892F7037B7B}" type="presParOf" srcId="{7BD5600C-8792-4267-BA57-603A0BFF2F70}" destId="{3250CA5A-39ED-42A0-B336-DE5F632D4C88}" srcOrd="2" destOrd="0" presId="urn:microsoft.com/office/officeart/2005/8/layout/orgChart1"/>
    <dgm:cxn modelId="{DB5CA997-6135-4690-ABDB-6DAB228AC73E}" type="presParOf" srcId="{C9CC452C-DEAA-4C28-B2A2-74676F27D37B}" destId="{75EB85F8-7C05-441A-B2C3-FA72F115A442}" srcOrd="2" destOrd="0" presId="urn:microsoft.com/office/officeart/2005/8/layout/orgChart1"/>
    <dgm:cxn modelId="{2103F48B-F833-46DD-A9CD-0F5BFA2F8EAB}" type="presParOf" srcId="{7A72BC48-448C-4CB9-906C-98FC1C8A08E4}" destId="{EEEBD0D7-C9C6-4715-BA40-A4D587E4255A}" srcOrd="2" destOrd="0" presId="urn:microsoft.com/office/officeart/2005/8/layout/orgChart1"/>
    <dgm:cxn modelId="{76A38DE3-72A8-4871-B492-3A067BB6B8B4}" type="presParOf" srcId="{7A72BC48-448C-4CB9-906C-98FC1C8A08E4}" destId="{157F32B5-995C-46CF-8686-DEF5A8FE931D}" srcOrd="3" destOrd="0" presId="urn:microsoft.com/office/officeart/2005/8/layout/orgChart1"/>
    <dgm:cxn modelId="{CB10F04B-7551-41F7-9745-9EA54EE9499B}" type="presParOf" srcId="{157F32B5-995C-46CF-8686-DEF5A8FE931D}" destId="{7A6780E5-A491-4F06-8765-E159B16AEB7C}" srcOrd="0" destOrd="0" presId="urn:microsoft.com/office/officeart/2005/8/layout/orgChart1"/>
    <dgm:cxn modelId="{7014F5B4-D33C-4E06-AAE9-62B2B8D3E6C9}" type="presParOf" srcId="{7A6780E5-A491-4F06-8765-E159B16AEB7C}" destId="{D5D88C74-A475-4E99-9412-C3CB9169D0DC}" srcOrd="0" destOrd="0" presId="urn:microsoft.com/office/officeart/2005/8/layout/orgChart1"/>
    <dgm:cxn modelId="{8B269744-6AC1-4D4A-A1B1-4482853525FF}" type="presParOf" srcId="{7A6780E5-A491-4F06-8765-E159B16AEB7C}" destId="{4FF8F976-1CA7-4C50-B02B-D0777402549E}" srcOrd="1" destOrd="0" presId="urn:microsoft.com/office/officeart/2005/8/layout/orgChart1"/>
    <dgm:cxn modelId="{8EBD79E1-69A8-433A-B176-0BE0F1074577}" type="presParOf" srcId="{157F32B5-995C-46CF-8686-DEF5A8FE931D}" destId="{111C1AD2-4E83-45F2-AB22-38D825625709}" srcOrd="1" destOrd="0" presId="urn:microsoft.com/office/officeart/2005/8/layout/orgChart1"/>
    <dgm:cxn modelId="{43DD8360-3A5B-4BD4-8280-AC9CAE357A2C}" type="presParOf" srcId="{157F32B5-995C-46CF-8686-DEF5A8FE931D}" destId="{122E6868-C3B6-4FFB-87AA-2A524CA4AD77}" srcOrd="2" destOrd="0" presId="urn:microsoft.com/office/officeart/2005/8/layout/orgChart1"/>
    <dgm:cxn modelId="{4925FC4C-0E46-4402-906A-ED6A06C5BA3E}" type="presParOf" srcId="{981D80B7-5CE8-4E37-B61C-67FA253E85C3}" destId="{C2EEBE32-BA92-4E9E-9183-800B76887E0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0EBEFE-FBF9-4422-B400-FDBD5959602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E754C699-510C-476E-A009-0F45B2163645}">
      <dgm:prSet phldrT="[Text]">
        <dgm:style>
          <a:lnRef idx="1">
            <a:schemeClr val="accent4"/>
          </a:lnRef>
          <a:fillRef idx="2">
            <a:schemeClr val="accent4"/>
          </a:fillRef>
          <a:effectRef idx="1">
            <a:schemeClr val="accent4"/>
          </a:effectRef>
          <a:fontRef idx="minor">
            <a:schemeClr val="dk1"/>
          </a:fontRef>
        </dgm:style>
      </dgm:prSet>
      <dgm:spPr/>
      <dgm:t>
        <a:bodyPr/>
        <a:lstStyle/>
        <a:p>
          <a:r>
            <a:rPr lang="en-US" b="1" dirty="0" smtClean="0"/>
            <a:t>Laboratory</a:t>
          </a:r>
          <a:endParaRPr lang="en-US" b="1" dirty="0"/>
        </a:p>
      </dgm:t>
    </dgm:pt>
    <dgm:pt modelId="{F8842323-40EF-4955-AC52-D9EADCDBB433}" type="parTrans" cxnId="{7B4DB425-0BFB-4659-8E3F-C7C69A82FC8F}">
      <dgm:prSet/>
      <dgm:spPr/>
      <dgm:t>
        <a:bodyPr/>
        <a:lstStyle/>
        <a:p>
          <a:endParaRPr lang="en-US"/>
        </a:p>
      </dgm:t>
    </dgm:pt>
    <dgm:pt modelId="{7022C3CA-9CEF-4AF0-A60F-3B5ECAD49035}" type="sibTrans" cxnId="{7B4DB425-0BFB-4659-8E3F-C7C69A82FC8F}">
      <dgm:prSet/>
      <dgm:spPr/>
      <dgm:t>
        <a:bodyPr/>
        <a:lstStyle/>
        <a:p>
          <a:endParaRPr lang="en-US"/>
        </a:p>
      </dgm:t>
    </dgm:pt>
    <dgm:pt modelId="{CB007D9B-B2AE-4D24-96F7-3755A4BF53DE}">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800" b="1" dirty="0" smtClean="0"/>
            <a:t>Specimens</a:t>
          </a:r>
          <a:endParaRPr lang="en-US" sz="1800" b="1" dirty="0"/>
        </a:p>
      </dgm:t>
    </dgm:pt>
    <dgm:pt modelId="{A5A94151-2A7F-467B-9E8A-F1F2188ABFD6}" type="parTrans" cxnId="{6F232C55-5C7D-4128-95AE-13D5E37021D4}">
      <dgm:prSet/>
      <dgm:spPr/>
      <dgm:t>
        <a:bodyPr/>
        <a:lstStyle/>
        <a:p>
          <a:endParaRPr lang="en-US"/>
        </a:p>
      </dgm:t>
    </dgm:pt>
    <dgm:pt modelId="{29791BD2-0BB8-4E6E-BB10-BFDC14ACA23E}" type="sibTrans" cxnId="{6F232C55-5C7D-4128-95AE-13D5E37021D4}">
      <dgm:prSet/>
      <dgm:spPr/>
      <dgm:t>
        <a:bodyPr/>
        <a:lstStyle/>
        <a:p>
          <a:endParaRPr lang="en-US"/>
        </a:p>
      </dgm:t>
    </dgm:pt>
    <dgm:pt modelId="{23D3B919-D924-4183-9395-6C6DC4EB290E}">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800" b="1" dirty="0" smtClean="0"/>
            <a:t>Anatomical Parts, Animal Carcasses </a:t>
          </a:r>
          <a:endParaRPr lang="en-US" sz="1800" b="1" dirty="0"/>
        </a:p>
      </dgm:t>
    </dgm:pt>
    <dgm:pt modelId="{BAD6D61F-62AE-4D6E-9081-0ECA95E5556C}" type="parTrans" cxnId="{11513961-4B27-4FF5-97C0-08F610ACD1C4}">
      <dgm:prSet/>
      <dgm:spPr/>
      <dgm:t>
        <a:bodyPr/>
        <a:lstStyle/>
        <a:p>
          <a:endParaRPr lang="en-US"/>
        </a:p>
      </dgm:t>
    </dgm:pt>
    <dgm:pt modelId="{95011687-1B2C-4FA7-A9C4-AB686375EA75}" type="sibTrans" cxnId="{11513961-4B27-4FF5-97C0-08F610ACD1C4}">
      <dgm:prSet/>
      <dgm:spPr/>
      <dgm:t>
        <a:bodyPr/>
        <a:lstStyle/>
        <a:p>
          <a:endParaRPr lang="en-US"/>
        </a:p>
      </dgm:t>
    </dgm:pt>
    <dgm:pt modelId="{9FEE8B8C-A625-428F-B22C-79548864CAFE}">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400" b="1" dirty="0" smtClean="0"/>
            <a:t>Blood, Body Fluids, Secretions and Excretions</a:t>
          </a:r>
          <a:endParaRPr lang="en-US" sz="1400" b="1" dirty="0"/>
        </a:p>
      </dgm:t>
    </dgm:pt>
    <dgm:pt modelId="{F76CE63A-AADE-490B-9955-B484F20CFA84}" type="parTrans" cxnId="{4A58E4F4-5A76-4B4B-887A-4ACBB627EE12}">
      <dgm:prSet/>
      <dgm:spPr/>
      <dgm:t>
        <a:bodyPr/>
        <a:lstStyle/>
        <a:p>
          <a:endParaRPr lang="en-US"/>
        </a:p>
      </dgm:t>
    </dgm:pt>
    <dgm:pt modelId="{B7DDC3E8-B965-4FBF-8B02-C68C318BE610}" type="sibTrans" cxnId="{4A58E4F4-5A76-4B4B-887A-4ACBB627EE12}">
      <dgm:prSet/>
      <dgm:spPr/>
      <dgm:t>
        <a:bodyPr/>
        <a:lstStyle/>
        <a:p>
          <a:endParaRPr lang="en-US"/>
        </a:p>
      </dgm:t>
    </dgm:pt>
    <dgm:pt modelId="{C666384B-ED62-4938-B9C0-B6B1C00F2EB8}">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600" b="1" dirty="0" smtClean="0"/>
            <a:t>Microbiology Lab. Waste</a:t>
          </a:r>
          <a:endParaRPr lang="en-US" sz="1600" b="1" dirty="0"/>
        </a:p>
      </dgm:t>
    </dgm:pt>
    <dgm:pt modelId="{16D9BD8B-FB9F-4C70-8238-5D7086D05F19}" type="parTrans" cxnId="{A991A198-4C87-4AD0-A6FA-61182BFB2273}">
      <dgm:prSet/>
      <dgm:spPr/>
      <dgm:t>
        <a:bodyPr/>
        <a:lstStyle/>
        <a:p>
          <a:endParaRPr lang="en-US"/>
        </a:p>
      </dgm:t>
    </dgm:pt>
    <dgm:pt modelId="{17A848BA-BE7A-4C22-8897-3FAA2AB1CEC4}" type="sibTrans" cxnId="{A991A198-4C87-4AD0-A6FA-61182BFB2273}">
      <dgm:prSet/>
      <dgm:spPr/>
      <dgm:t>
        <a:bodyPr/>
        <a:lstStyle/>
        <a:p>
          <a:endParaRPr lang="en-US"/>
        </a:p>
      </dgm:t>
    </dgm:pt>
    <dgm:pt modelId="{FB8EC4A1-BAF0-4DD0-991A-1A750140D524}">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400" b="1" dirty="0" smtClean="0"/>
            <a:t>Steam Sterilize </a:t>
          </a:r>
        </a:p>
      </dgm:t>
    </dgm:pt>
    <dgm:pt modelId="{8625FD13-3A7D-4A36-93C9-C1A1E6EDEB92}" type="parTrans" cxnId="{E34F351D-9337-4296-99C0-E7E18DE4784C}">
      <dgm:prSet/>
      <dgm:spPr/>
      <dgm:t>
        <a:bodyPr/>
        <a:lstStyle/>
        <a:p>
          <a:endParaRPr lang="en-US"/>
        </a:p>
      </dgm:t>
    </dgm:pt>
    <dgm:pt modelId="{7A70779D-0B3B-4203-A29D-8535EB91BC66}" type="sibTrans" cxnId="{E34F351D-9337-4296-99C0-E7E18DE4784C}">
      <dgm:prSet/>
      <dgm:spPr/>
      <dgm:t>
        <a:bodyPr/>
        <a:lstStyle/>
        <a:p>
          <a:endParaRPr lang="en-US"/>
        </a:p>
      </dgm:t>
    </dgm:pt>
    <dgm:pt modelId="{6ABE9454-0D02-4AEA-BB15-8CD27B2FE453}">
      <dgm:prSet phldrT="[Text]" custT="1">
        <dgm:style>
          <a:lnRef idx="1">
            <a:schemeClr val="accent4"/>
          </a:lnRef>
          <a:fillRef idx="2">
            <a:schemeClr val="accent4"/>
          </a:fillRef>
          <a:effectRef idx="1">
            <a:schemeClr val="accent4"/>
          </a:effectRef>
          <a:fontRef idx="minor">
            <a:schemeClr val="dk1"/>
          </a:fontRef>
        </dgm:style>
      </dgm:prSet>
      <dgm:spPr/>
      <dgm:t>
        <a:bodyPr/>
        <a:lstStyle/>
        <a:p>
          <a:pPr algn="l"/>
          <a:r>
            <a:rPr lang="en-US" sz="1600" b="1" dirty="0" smtClean="0"/>
            <a:t> Landfill </a:t>
          </a:r>
        </a:p>
      </dgm:t>
    </dgm:pt>
    <dgm:pt modelId="{707807F4-DC73-43F3-A5A8-94C8570B758C}" type="parTrans" cxnId="{10AE6CA8-2F37-4097-8037-AEB4E0F94E97}">
      <dgm:prSet/>
      <dgm:spPr/>
      <dgm:t>
        <a:bodyPr/>
        <a:lstStyle/>
        <a:p>
          <a:endParaRPr lang="en-US"/>
        </a:p>
      </dgm:t>
    </dgm:pt>
    <dgm:pt modelId="{5D48D74D-6D49-4FC1-936E-4942DC431587}" type="sibTrans" cxnId="{10AE6CA8-2F37-4097-8037-AEB4E0F94E97}">
      <dgm:prSet/>
      <dgm:spPr/>
      <dgm:t>
        <a:bodyPr/>
        <a:lstStyle/>
        <a:p>
          <a:endParaRPr lang="en-US"/>
        </a:p>
      </dgm:t>
    </dgm:pt>
    <dgm:pt modelId="{4160FBDA-864B-4005-87E8-7725B2AEB888}">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600" b="1" dirty="0" smtClean="0"/>
            <a:t>Steam Sterilization and Shred</a:t>
          </a:r>
          <a:endParaRPr lang="en-US" sz="1600" b="1" dirty="0"/>
        </a:p>
      </dgm:t>
    </dgm:pt>
    <dgm:pt modelId="{297AFFC2-08B9-4406-B348-F07760384437}" type="parTrans" cxnId="{B8AB9022-1AEC-4933-890C-937A749994FA}">
      <dgm:prSet/>
      <dgm:spPr/>
      <dgm:t>
        <a:bodyPr/>
        <a:lstStyle/>
        <a:p>
          <a:endParaRPr lang="en-US"/>
        </a:p>
      </dgm:t>
    </dgm:pt>
    <dgm:pt modelId="{C324FF6D-3011-4779-AF2A-75D525BD6E38}" type="sibTrans" cxnId="{B8AB9022-1AEC-4933-890C-937A749994FA}">
      <dgm:prSet/>
      <dgm:spPr/>
      <dgm:t>
        <a:bodyPr/>
        <a:lstStyle/>
        <a:p>
          <a:endParaRPr lang="en-US"/>
        </a:p>
      </dgm:t>
    </dgm:pt>
    <dgm:pt modelId="{32703F9A-3D6E-4DBD-B83C-4C229766F359}">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600" b="1" dirty="0" smtClean="0"/>
            <a:t>Sewer or Landfill</a:t>
          </a:r>
          <a:endParaRPr lang="en-US" sz="1600" b="1" dirty="0"/>
        </a:p>
      </dgm:t>
    </dgm:pt>
    <dgm:pt modelId="{5B392322-4908-4A54-B991-F8B995AD484B}" type="parTrans" cxnId="{9B59D0FF-18E4-493E-8536-15CB3308BE80}">
      <dgm:prSet/>
      <dgm:spPr/>
      <dgm:t>
        <a:bodyPr/>
        <a:lstStyle/>
        <a:p>
          <a:endParaRPr lang="en-US"/>
        </a:p>
      </dgm:t>
    </dgm:pt>
    <dgm:pt modelId="{638AAEC3-E0D6-44E6-998B-7D2FF3E9F808}" type="sibTrans" cxnId="{9B59D0FF-18E4-493E-8536-15CB3308BE80}">
      <dgm:prSet/>
      <dgm:spPr/>
      <dgm:t>
        <a:bodyPr/>
        <a:lstStyle/>
        <a:p>
          <a:endParaRPr lang="en-US"/>
        </a:p>
      </dgm:t>
    </dgm:pt>
    <dgm:pt modelId="{BF2B708C-1CC5-4D6F-88C5-E90D2EA54099}">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800" b="1" dirty="0" smtClean="0"/>
            <a:t>Incineration/ Cremation </a:t>
          </a:r>
          <a:endParaRPr lang="en-US" sz="1800" b="1" dirty="0"/>
        </a:p>
      </dgm:t>
    </dgm:pt>
    <dgm:pt modelId="{6B705F3D-94B5-498B-BADA-FC75D77F06D4}" type="parTrans" cxnId="{90460D45-8107-41A2-90D2-913C71B1762B}">
      <dgm:prSet/>
      <dgm:spPr/>
      <dgm:t>
        <a:bodyPr/>
        <a:lstStyle/>
        <a:p>
          <a:endParaRPr lang="en-US"/>
        </a:p>
      </dgm:t>
    </dgm:pt>
    <dgm:pt modelId="{20447A32-69D6-47D2-A30E-FA5A76F3F1ED}" type="sibTrans" cxnId="{90460D45-8107-41A2-90D2-913C71B1762B}">
      <dgm:prSet/>
      <dgm:spPr/>
      <dgm:t>
        <a:bodyPr/>
        <a:lstStyle/>
        <a:p>
          <a:endParaRPr lang="en-US"/>
        </a:p>
      </dgm:t>
    </dgm:pt>
    <dgm:pt modelId="{74CC586D-6A65-4896-AF90-DD49DEAA71ED}">
      <dgm:prSet phldrT="[Text]" custT="1">
        <dgm:style>
          <a:lnRef idx="1">
            <a:schemeClr val="accent4"/>
          </a:lnRef>
          <a:fillRef idx="2">
            <a:schemeClr val="accent4"/>
          </a:fillRef>
          <a:effectRef idx="1">
            <a:schemeClr val="accent4"/>
          </a:effectRef>
          <a:fontRef idx="minor">
            <a:schemeClr val="dk1"/>
          </a:fontRef>
        </dgm:style>
      </dgm:prSet>
      <dgm:spPr/>
      <dgm:t>
        <a:bodyPr/>
        <a:lstStyle/>
        <a:p>
          <a:r>
            <a:rPr lang="en-US" sz="1800" b="1" dirty="0" smtClean="0"/>
            <a:t>Ash to Landfill</a:t>
          </a:r>
          <a:endParaRPr lang="en-US" sz="1800" b="1" dirty="0"/>
        </a:p>
      </dgm:t>
    </dgm:pt>
    <dgm:pt modelId="{AE30BAF1-4829-42BC-8B37-D98B5CEBC023}" type="parTrans" cxnId="{A9F89147-7B0A-46BD-AD4B-EEA271980795}">
      <dgm:prSet/>
      <dgm:spPr/>
      <dgm:t>
        <a:bodyPr/>
        <a:lstStyle/>
        <a:p>
          <a:endParaRPr lang="en-US"/>
        </a:p>
      </dgm:t>
    </dgm:pt>
    <dgm:pt modelId="{B4A9B3DA-8C4A-48C5-AFF4-A08BC5B0BAF9}" type="sibTrans" cxnId="{A9F89147-7B0A-46BD-AD4B-EEA271980795}">
      <dgm:prSet/>
      <dgm:spPr/>
      <dgm:t>
        <a:bodyPr/>
        <a:lstStyle/>
        <a:p>
          <a:endParaRPr lang="en-US"/>
        </a:p>
      </dgm:t>
    </dgm:pt>
    <dgm:pt modelId="{6FC943D8-8DDA-4BED-8A34-A2736C14391B}" type="pres">
      <dgm:prSet presAssocID="{830EBEFE-FBF9-4422-B400-FDBD5959602A}" presName="hierChild1" presStyleCnt="0">
        <dgm:presLayoutVars>
          <dgm:orgChart val="1"/>
          <dgm:chPref val="1"/>
          <dgm:dir/>
          <dgm:animOne val="branch"/>
          <dgm:animLvl val="lvl"/>
          <dgm:resizeHandles/>
        </dgm:presLayoutVars>
      </dgm:prSet>
      <dgm:spPr/>
      <dgm:t>
        <a:bodyPr/>
        <a:lstStyle/>
        <a:p>
          <a:endParaRPr lang="en-US"/>
        </a:p>
      </dgm:t>
    </dgm:pt>
    <dgm:pt modelId="{D3E69ABE-3301-4476-B27A-599EE85C6E33}" type="pres">
      <dgm:prSet presAssocID="{E754C699-510C-476E-A009-0F45B2163645}" presName="hierRoot1" presStyleCnt="0">
        <dgm:presLayoutVars>
          <dgm:hierBranch val="init"/>
        </dgm:presLayoutVars>
      </dgm:prSet>
      <dgm:spPr/>
    </dgm:pt>
    <dgm:pt modelId="{B4FE1F9A-C6F6-4871-ADDC-458E30E567D8}" type="pres">
      <dgm:prSet presAssocID="{E754C699-510C-476E-A009-0F45B2163645}" presName="rootComposite1" presStyleCnt="0"/>
      <dgm:spPr/>
    </dgm:pt>
    <dgm:pt modelId="{0CB3FD17-8706-4C9C-B7D6-7A09622BEFB8}" type="pres">
      <dgm:prSet presAssocID="{E754C699-510C-476E-A009-0F45B2163645}" presName="rootText1" presStyleLbl="node0" presStyleIdx="0" presStyleCnt="1" custScaleX="123043">
        <dgm:presLayoutVars>
          <dgm:chPref val="3"/>
        </dgm:presLayoutVars>
      </dgm:prSet>
      <dgm:spPr/>
      <dgm:t>
        <a:bodyPr/>
        <a:lstStyle/>
        <a:p>
          <a:endParaRPr lang="en-US"/>
        </a:p>
      </dgm:t>
    </dgm:pt>
    <dgm:pt modelId="{3564B8C0-F491-4F1D-A7B0-249CC5FB394A}" type="pres">
      <dgm:prSet presAssocID="{E754C699-510C-476E-A009-0F45B2163645}" presName="rootConnector1" presStyleLbl="node1" presStyleIdx="0" presStyleCnt="0"/>
      <dgm:spPr/>
      <dgm:t>
        <a:bodyPr/>
        <a:lstStyle/>
        <a:p>
          <a:endParaRPr lang="en-US"/>
        </a:p>
      </dgm:t>
    </dgm:pt>
    <dgm:pt modelId="{7693427B-43B5-4976-B99A-3C64366223E8}" type="pres">
      <dgm:prSet presAssocID="{E754C699-510C-476E-A009-0F45B2163645}" presName="hierChild2" presStyleCnt="0"/>
      <dgm:spPr/>
    </dgm:pt>
    <dgm:pt modelId="{3EB3648E-D769-4F78-A1E1-01B5E87BF202}" type="pres">
      <dgm:prSet presAssocID="{A5A94151-2A7F-467B-9E8A-F1F2188ABFD6}" presName="Name37" presStyleLbl="parChTrans1D2" presStyleIdx="0" presStyleCnt="3"/>
      <dgm:spPr/>
      <dgm:t>
        <a:bodyPr/>
        <a:lstStyle/>
        <a:p>
          <a:endParaRPr lang="en-US"/>
        </a:p>
      </dgm:t>
    </dgm:pt>
    <dgm:pt modelId="{44E272C3-0982-4DD1-A880-5C6B9581CB32}" type="pres">
      <dgm:prSet presAssocID="{CB007D9B-B2AE-4D24-96F7-3755A4BF53DE}" presName="hierRoot2" presStyleCnt="0">
        <dgm:presLayoutVars>
          <dgm:hierBranch val="init"/>
        </dgm:presLayoutVars>
      </dgm:prSet>
      <dgm:spPr/>
    </dgm:pt>
    <dgm:pt modelId="{1B486B92-5CB3-45A1-BDCF-B7951E3B2AB2}" type="pres">
      <dgm:prSet presAssocID="{CB007D9B-B2AE-4D24-96F7-3755A4BF53DE}" presName="rootComposite" presStyleCnt="0"/>
      <dgm:spPr/>
    </dgm:pt>
    <dgm:pt modelId="{7468B2D4-ED8D-4687-8984-53AA3E7075D5}" type="pres">
      <dgm:prSet presAssocID="{CB007D9B-B2AE-4D24-96F7-3755A4BF53DE}" presName="rootText" presStyleLbl="node2" presStyleIdx="0" presStyleCnt="3" custScaleX="107443" custLinFactX="-53309" custLinFactNeighborX="-100000">
        <dgm:presLayoutVars>
          <dgm:chPref val="3"/>
        </dgm:presLayoutVars>
      </dgm:prSet>
      <dgm:spPr/>
      <dgm:t>
        <a:bodyPr/>
        <a:lstStyle/>
        <a:p>
          <a:endParaRPr lang="en-US"/>
        </a:p>
      </dgm:t>
    </dgm:pt>
    <dgm:pt modelId="{975E1024-0426-444C-A71C-C12F1C6AA8DE}" type="pres">
      <dgm:prSet presAssocID="{CB007D9B-B2AE-4D24-96F7-3755A4BF53DE}" presName="rootConnector" presStyleLbl="node2" presStyleIdx="0" presStyleCnt="3"/>
      <dgm:spPr/>
      <dgm:t>
        <a:bodyPr/>
        <a:lstStyle/>
        <a:p>
          <a:endParaRPr lang="en-US"/>
        </a:p>
      </dgm:t>
    </dgm:pt>
    <dgm:pt modelId="{D3471B9B-BEE3-448A-9DD8-43C8427F72E2}" type="pres">
      <dgm:prSet presAssocID="{CB007D9B-B2AE-4D24-96F7-3755A4BF53DE}" presName="hierChild4" presStyleCnt="0"/>
      <dgm:spPr/>
    </dgm:pt>
    <dgm:pt modelId="{1352B7B4-4630-4F9B-BC95-A92FEE974B19}" type="pres">
      <dgm:prSet presAssocID="{F76CE63A-AADE-490B-9955-B484F20CFA84}" presName="Name37" presStyleLbl="parChTrans1D3" presStyleIdx="0" presStyleCnt="3"/>
      <dgm:spPr/>
      <dgm:t>
        <a:bodyPr/>
        <a:lstStyle/>
        <a:p>
          <a:endParaRPr lang="en-US"/>
        </a:p>
      </dgm:t>
    </dgm:pt>
    <dgm:pt modelId="{7E9FEDA8-856D-43DB-B3CB-09E0691E6284}" type="pres">
      <dgm:prSet presAssocID="{9FEE8B8C-A625-428F-B22C-79548864CAFE}" presName="hierRoot2" presStyleCnt="0">
        <dgm:presLayoutVars>
          <dgm:hierBranch val="init"/>
        </dgm:presLayoutVars>
      </dgm:prSet>
      <dgm:spPr/>
    </dgm:pt>
    <dgm:pt modelId="{384AC802-5A0C-42C0-B1FB-1380D8EE9A90}" type="pres">
      <dgm:prSet presAssocID="{9FEE8B8C-A625-428F-B22C-79548864CAFE}" presName="rootComposite" presStyleCnt="0"/>
      <dgm:spPr/>
    </dgm:pt>
    <dgm:pt modelId="{4F31A318-2D55-483E-ABCA-095D5B4B5A72}" type="pres">
      <dgm:prSet presAssocID="{9FEE8B8C-A625-428F-B22C-79548864CAFE}" presName="rootText" presStyleLbl="node3" presStyleIdx="0" presStyleCnt="3" custScaleX="222289" custLinFactX="-34901" custLinFactNeighborX="-100000">
        <dgm:presLayoutVars>
          <dgm:chPref val="3"/>
        </dgm:presLayoutVars>
      </dgm:prSet>
      <dgm:spPr/>
      <dgm:t>
        <a:bodyPr/>
        <a:lstStyle/>
        <a:p>
          <a:endParaRPr lang="en-US"/>
        </a:p>
      </dgm:t>
    </dgm:pt>
    <dgm:pt modelId="{EC69913D-D939-43A9-A2E1-B511FE16C5CD}" type="pres">
      <dgm:prSet presAssocID="{9FEE8B8C-A625-428F-B22C-79548864CAFE}" presName="rootConnector" presStyleLbl="node3" presStyleIdx="0" presStyleCnt="3"/>
      <dgm:spPr/>
      <dgm:t>
        <a:bodyPr/>
        <a:lstStyle/>
        <a:p>
          <a:endParaRPr lang="en-US"/>
        </a:p>
      </dgm:t>
    </dgm:pt>
    <dgm:pt modelId="{99DA24D8-BAD5-4756-8196-76E360251B5C}" type="pres">
      <dgm:prSet presAssocID="{9FEE8B8C-A625-428F-B22C-79548864CAFE}" presName="hierChild4" presStyleCnt="0"/>
      <dgm:spPr/>
    </dgm:pt>
    <dgm:pt modelId="{5877F021-6B72-4EDD-A8F7-B0CEC8BFB394}" type="pres">
      <dgm:prSet presAssocID="{8625FD13-3A7D-4A36-93C9-C1A1E6EDEB92}" presName="Name37" presStyleLbl="parChTrans1D4" presStyleIdx="0" presStyleCnt="4"/>
      <dgm:spPr/>
      <dgm:t>
        <a:bodyPr/>
        <a:lstStyle/>
        <a:p>
          <a:endParaRPr lang="en-US"/>
        </a:p>
      </dgm:t>
    </dgm:pt>
    <dgm:pt modelId="{3AB86E21-9EA2-4D87-8AEC-BD5F028C32E2}" type="pres">
      <dgm:prSet presAssocID="{FB8EC4A1-BAF0-4DD0-991A-1A750140D524}" presName="hierRoot2" presStyleCnt="0">
        <dgm:presLayoutVars>
          <dgm:hierBranch val="init"/>
        </dgm:presLayoutVars>
      </dgm:prSet>
      <dgm:spPr/>
    </dgm:pt>
    <dgm:pt modelId="{62E77919-4997-48E3-93A4-4C0D9F70AEA0}" type="pres">
      <dgm:prSet presAssocID="{FB8EC4A1-BAF0-4DD0-991A-1A750140D524}" presName="rootComposite" presStyleCnt="0"/>
      <dgm:spPr/>
    </dgm:pt>
    <dgm:pt modelId="{A1B48A5F-D361-46D9-B90E-29D8363C1A3C}" type="pres">
      <dgm:prSet presAssocID="{FB8EC4A1-BAF0-4DD0-991A-1A750140D524}" presName="rootText" presStyleLbl="node4" presStyleIdx="0" presStyleCnt="4" custScaleX="137784" custLinFactX="-52411" custLinFactNeighborX="-100000">
        <dgm:presLayoutVars>
          <dgm:chPref val="3"/>
        </dgm:presLayoutVars>
      </dgm:prSet>
      <dgm:spPr/>
      <dgm:t>
        <a:bodyPr/>
        <a:lstStyle/>
        <a:p>
          <a:endParaRPr lang="en-US"/>
        </a:p>
      </dgm:t>
    </dgm:pt>
    <dgm:pt modelId="{90346D8E-7B8F-4A2D-B765-4DCF471F2A43}" type="pres">
      <dgm:prSet presAssocID="{FB8EC4A1-BAF0-4DD0-991A-1A750140D524}" presName="rootConnector" presStyleLbl="node4" presStyleIdx="0" presStyleCnt="4"/>
      <dgm:spPr/>
      <dgm:t>
        <a:bodyPr/>
        <a:lstStyle/>
        <a:p>
          <a:endParaRPr lang="en-US"/>
        </a:p>
      </dgm:t>
    </dgm:pt>
    <dgm:pt modelId="{E4C19BFF-5ADA-44E7-8804-6B9EE2874526}" type="pres">
      <dgm:prSet presAssocID="{FB8EC4A1-BAF0-4DD0-991A-1A750140D524}" presName="hierChild4" presStyleCnt="0"/>
      <dgm:spPr/>
    </dgm:pt>
    <dgm:pt modelId="{BBE2D18F-AA19-4C5F-99ED-D1BDEE875313}" type="pres">
      <dgm:prSet presAssocID="{707807F4-DC73-43F3-A5A8-94C8570B758C}" presName="Name37" presStyleLbl="parChTrans1D4" presStyleIdx="1" presStyleCnt="4"/>
      <dgm:spPr/>
      <dgm:t>
        <a:bodyPr/>
        <a:lstStyle/>
        <a:p>
          <a:endParaRPr lang="en-US"/>
        </a:p>
      </dgm:t>
    </dgm:pt>
    <dgm:pt modelId="{E29723B7-92FB-47CA-A826-70952CF9CBFE}" type="pres">
      <dgm:prSet presAssocID="{6ABE9454-0D02-4AEA-BB15-8CD27B2FE453}" presName="hierRoot2" presStyleCnt="0">
        <dgm:presLayoutVars>
          <dgm:hierBranch val="init"/>
        </dgm:presLayoutVars>
      </dgm:prSet>
      <dgm:spPr/>
    </dgm:pt>
    <dgm:pt modelId="{7D89249B-9835-47F2-869B-C0A60B48DF01}" type="pres">
      <dgm:prSet presAssocID="{6ABE9454-0D02-4AEA-BB15-8CD27B2FE453}" presName="rootComposite" presStyleCnt="0"/>
      <dgm:spPr/>
    </dgm:pt>
    <dgm:pt modelId="{E2D7F875-6DE6-4683-927B-C9CA3BA2B518}" type="pres">
      <dgm:prSet presAssocID="{6ABE9454-0D02-4AEA-BB15-8CD27B2FE453}" presName="rootText" presStyleLbl="node4" presStyleIdx="1" presStyleCnt="4" custScaleX="85222" custLinFactNeighborX="-99695" custLinFactNeighborY="-1862">
        <dgm:presLayoutVars>
          <dgm:chPref val="3"/>
        </dgm:presLayoutVars>
      </dgm:prSet>
      <dgm:spPr/>
      <dgm:t>
        <a:bodyPr/>
        <a:lstStyle/>
        <a:p>
          <a:endParaRPr lang="en-US"/>
        </a:p>
      </dgm:t>
    </dgm:pt>
    <dgm:pt modelId="{2CD18EDB-4911-4E33-904A-187B6B627464}" type="pres">
      <dgm:prSet presAssocID="{6ABE9454-0D02-4AEA-BB15-8CD27B2FE453}" presName="rootConnector" presStyleLbl="node4" presStyleIdx="1" presStyleCnt="4"/>
      <dgm:spPr/>
      <dgm:t>
        <a:bodyPr/>
        <a:lstStyle/>
        <a:p>
          <a:endParaRPr lang="en-US"/>
        </a:p>
      </dgm:t>
    </dgm:pt>
    <dgm:pt modelId="{D805C43A-9E8A-4F08-9269-D6364E2E3C24}" type="pres">
      <dgm:prSet presAssocID="{6ABE9454-0D02-4AEA-BB15-8CD27B2FE453}" presName="hierChild4" presStyleCnt="0"/>
      <dgm:spPr/>
    </dgm:pt>
    <dgm:pt modelId="{7022B918-3680-499E-9571-944916ADFB31}" type="pres">
      <dgm:prSet presAssocID="{6ABE9454-0D02-4AEA-BB15-8CD27B2FE453}" presName="hierChild5" presStyleCnt="0"/>
      <dgm:spPr/>
    </dgm:pt>
    <dgm:pt modelId="{5BCCC748-0413-4C7A-802E-F511551B89FB}" type="pres">
      <dgm:prSet presAssocID="{FB8EC4A1-BAF0-4DD0-991A-1A750140D524}" presName="hierChild5" presStyleCnt="0"/>
      <dgm:spPr/>
    </dgm:pt>
    <dgm:pt modelId="{1D1A3F45-D5B2-40BF-917F-9549C136C944}" type="pres">
      <dgm:prSet presAssocID="{9FEE8B8C-A625-428F-B22C-79548864CAFE}" presName="hierChild5" presStyleCnt="0"/>
      <dgm:spPr/>
    </dgm:pt>
    <dgm:pt modelId="{4A1B46CB-16D4-400D-AE73-72E73766D576}" type="pres">
      <dgm:prSet presAssocID="{CB007D9B-B2AE-4D24-96F7-3755A4BF53DE}" presName="hierChild5" presStyleCnt="0"/>
      <dgm:spPr/>
    </dgm:pt>
    <dgm:pt modelId="{7AD22F9B-A95D-4ED4-BBEA-0F337E0D8414}" type="pres">
      <dgm:prSet presAssocID="{16D9BD8B-FB9F-4C70-8238-5D7086D05F19}" presName="Name37" presStyleLbl="parChTrans1D2" presStyleIdx="1" presStyleCnt="3"/>
      <dgm:spPr/>
      <dgm:t>
        <a:bodyPr/>
        <a:lstStyle/>
        <a:p>
          <a:endParaRPr lang="en-US"/>
        </a:p>
      </dgm:t>
    </dgm:pt>
    <dgm:pt modelId="{82C66E76-F00C-4BCC-8430-4753AAE74309}" type="pres">
      <dgm:prSet presAssocID="{C666384B-ED62-4938-B9C0-B6B1C00F2EB8}" presName="hierRoot2" presStyleCnt="0">
        <dgm:presLayoutVars>
          <dgm:hierBranch val="init"/>
        </dgm:presLayoutVars>
      </dgm:prSet>
      <dgm:spPr/>
    </dgm:pt>
    <dgm:pt modelId="{EC0769A0-6C32-442E-9500-7066C483409D}" type="pres">
      <dgm:prSet presAssocID="{C666384B-ED62-4938-B9C0-B6B1C00F2EB8}" presName="rootComposite" presStyleCnt="0"/>
      <dgm:spPr/>
    </dgm:pt>
    <dgm:pt modelId="{DE3E8897-EEC8-4E8D-8B2C-B00A561972BE}" type="pres">
      <dgm:prSet presAssocID="{C666384B-ED62-4938-B9C0-B6B1C00F2EB8}" presName="rootText" presStyleLbl="node2" presStyleIdx="1" presStyleCnt="3" custScaleX="144340" custLinFactNeighborX="-43930">
        <dgm:presLayoutVars>
          <dgm:chPref val="3"/>
        </dgm:presLayoutVars>
      </dgm:prSet>
      <dgm:spPr/>
      <dgm:t>
        <a:bodyPr/>
        <a:lstStyle/>
        <a:p>
          <a:endParaRPr lang="en-US"/>
        </a:p>
      </dgm:t>
    </dgm:pt>
    <dgm:pt modelId="{73E93651-195C-478F-83C4-B8211CBAAEC4}" type="pres">
      <dgm:prSet presAssocID="{C666384B-ED62-4938-B9C0-B6B1C00F2EB8}" presName="rootConnector" presStyleLbl="node2" presStyleIdx="1" presStyleCnt="3"/>
      <dgm:spPr/>
      <dgm:t>
        <a:bodyPr/>
        <a:lstStyle/>
        <a:p>
          <a:endParaRPr lang="en-US"/>
        </a:p>
      </dgm:t>
    </dgm:pt>
    <dgm:pt modelId="{FA689ED3-866A-4320-8C9E-FBFC4D48C187}" type="pres">
      <dgm:prSet presAssocID="{C666384B-ED62-4938-B9C0-B6B1C00F2EB8}" presName="hierChild4" presStyleCnt="0"/>
      <dgm:spPr/>
    </dgm:pt>
    <dgm:pt modelId="{71F9B689-F59C-4597-BD03-BE2F3318EA5A}" type="pres">
      <dgm:prSet presAssocID="{297AFFC2-08B9-4406-B348-F07760384437}" presName="Name37" presStyleLbl="parChTrans1D3" presStyleIdx="1" presStyleCnt="3"/>
      <dgm:spPr/>
      <dgm:t>
        <a:bodyPr/>
        <a:lstStyle/>
        <a:p>
          <a:endParaRPr lang="en-US"/>
        </a:p>
      </dgm:t>
    </dgm:pt>
    <dgm:pt modelId="{61308DE7-26F4-4542-BE28-0CEF2763B820}" type="pres">
      <dgm:prSet presAssocID="{4160FBDA-864B-4005-87E8-7725B2AEB888}" presName="hierRoot2" presStyleCnt="0">
        <dgm:presLayoutVars>
          <dgm:hierBranch val="init"/>
        </dgm:presLayoutVars>
      </dgm:prSet>
      <dgm:spPr/>
    </dgm:pt>
    <dgm:pt modelId="{9076C7FD-B3F5-43F6-BAB8-05576E51651F}" type="pres">
      <dgm:prSet presAssocID="{4160FBDA-864B-4005-87E8-7725B2AEB888}" presName="rootComposite" presStyleCnt="0"/>
      <dgm:spPr/>
    </dgm:pt>
    <dgm:pt modelId="{64012194-9DD9-4683-B3E5-557C0C8FFA3E}" type="pres">
      <dgm:prSet presAssocID="{4160FBDA-864B-4005-87E8-7725B2AEB888}" presName="rootText" presStyleLbl="node3" presStyleIdx="1" presStyleCnt="3" custScaleX="174457" custScaleY="129941" custLinFactNeighborX="-36808">
        <dgm:presLayoutVars>
          <dgm:chPref val="3"/>
        </dgm:presLayoutVars>
      </dgm:prSet>
      <dgm:spPr/>
      <dgm:t>
        <a:bodyPr/>
        <a:lstStyle/>
        <a:p>
          <a:endParaRPr lang="en-US"/>
        </a:p>
      </dgm:t>
    </dgm:pt>
    <dgm:pt modelId="{EFDB7E69-20CE-40A3-8C93-A3746DA399D6}" type="pres">
      <dgm:prSet presAssocID="{4160FBDA-864B-4005-87E8-7725B2AEB888}" presName="rootConnector" presStyleLbl="node3" presStyleIdx="1" presStyleCnt="3"/>
      <dgm:spPr/>
      <dgm:t>
        <a:bodyPr/>
        <a:lstStyle/>
        <a:p>
          <a:endParaRPr lang="en-US"/>
        </a:p>
      </dgm:t>
    </dgm:pt>
    <dgm:pt modelId="{721F8247-93D6-481D-8527-2308424C8BAC}" type="pres">
      <dgm:prSet presAssocID="{4160FBDA-864B-4005-87E8-7725B2AEB888}" presName="hierChild4" presStyleCnt="0"/>
      <dgm:spPr/>
    </dgm:pt>
    <dgm:pt modelId="{C3AF8989-800E-4C96-8ABE-8F63BE0D3569}" type="pres">
      <dgm:prSet presAssocID="{5B392322-4908-4A54-B991-F8B995AD484B}" presName="Name37" presStyleLbl="parChTrans1D4" presStyleIdx="2" presStyleCnt="4"/>
      <dgm:spPr/>
      <dgm:t>
        <a:bodyPr/>
        <a:lstStyle/>
        <a:p>
          <a:endParaRPr lang="en-US"/>
        </a:p>
      </dgm:t>
    </dgm:pt>
    <dgm:pt modelId="{C13030A3-8E53-423D-9A1A-786B6D3C0AD0}" type="pres">
      <dgm:prSet presAssocID="{32703F9A-3D6E-4DBD-B83C-4C229766F359}" presName="hierRoot2" presStyleCnt="0">
        <dgm:presLayoutVars>
          <dgm:hierBranch val="init"/>
        </dgm:presLayoutVars>
      </dgm:prSet>
      <dgm:spPr/>
    </dgm:pt>
    <dgm:pt modelId="{A85859A8-F07C-44CD-8EAC-33420F807005}" type="pres">
      <dgm:prSet presAssocID="{32703F9A-3D6E-4DBD-B83C-4C229766F359}" presName="rootComposite" presStyleCnt="0"/>
      <dgm:spPr/>
    </dgm:pt>
    <dgm:pt modelId="{265D77C8-9037-4806-A318-C8BE77D439D2}" type="pres">
      <dgm:prSet presAssocID="{32703F9A-3D6E-4DBD-B83C-4C229766F359}" presName="rootText" presStyleLbl="node4" presStyleIdx="2" presStyleCnt="4" custLinFactNeighborX="-52981">
        <dgm:presLayoutVars>
          <dgm:chPref val="3"/>
        </dgm:presLayoutVars>
      </dgm:prSet>
      <dgm:spPr/>
      <dgm:t>
        <a:bodyPr/>
        <a:lstStyle/>
        <a:p>
          <a:endParaRPr lang="en-US"/>
        </a:p>
      </dgm:t>
    </dgm:pt>
    <dgm:pt modelId="{FB78C88A-2A5A-4880-85AC-BA3C10CACA9F}" type="pres">
      <dgm:prSet presAssocID="{32703F9A-3D6E-4DBD-B83C-4C229766F359}" presName="rootConnector" presStyleLbl="node4" presStyleIdx="2" presStyleCnt="4"/>
      <dgm:spPr/>
      <dgm:t>
        <a:bodyPr/>
        <a:lstStyle/>
        <a:p>
          <a:endParaRPr lang="en-US"/>
        </a:p>
      </dgm:t>
    </dgm:pt>
    <dgm:pt modelId="{6418EEE0-2E87-4EDC-8D36-D20154002289}" type="pres">
      <dgm:prSet presAssocID="{32703F9A-3D6E-4DBD-B83C-4C229766F359}" presName="hierChild4" presStyleCnt="0"/>
      <dgm:spPr/>
    </dgm:pt>
    <dgm:pt modelId="{D98B7592-1399-48B9-A4A1-9089C450C727}" type="pres">
      <dgm:prSet presAssocID="{32703F9A-3D6E-4DBD-B83C-4C229766F359}" presName="hierChild5" presStyleCnt="0"/>
      <dgm:spPr/>
    </dgm:pt>
    <dgm:pt modelId="{498C5AF9-43DC-47EB-8449-3ABB8409BDE9}" type="pres">
      <dgm:prSet presAssocID="{4160FBDA-864B-4005-87E8-7725B2AEB888}" presName="hierChild5" presStyleCnt="0"/>
      <dgm:spPr/>
    </dgm:pt>
    <dgm:pt modelId="{3469DEE8-DC95-44D3-BAEA-7BE0454F68BF}" type="pres">
      <dgm:prSet presAssocID="{C666384B-ED62-4938-B9C0-B6B1C00F2EB8}" presName="hierChild5" presStyleCnt="0"/>
      <dgm:spPr/>
    </dgm:pt>
    <dgm:pt modelId="{1BB6E7A5-0C6E-4283-8EC2-0C4B099FE928}" type="pres">
      <dgm:prSet presAssocID="{BAD6D61F-62AE-4D6E-9081-0ECA95E5556C}" presName="Name37" presStyleLbl="parChTrans1D2" presStyleIdx="2" presStyleCnt="3"/>
      <dgm:spPr/>
      <dgm:t>
        <a:bodyPr/>
        <a:lstStyle/>
        <a:p>
          <a:endParaRPr lang="en-US"/>
        </a:p>
      </dgm:t>
    </dgm:pt>
    <dgm:pt modelId="{5B42899C-1554-41A7-84DD-F7B50E6ECD7D}" type="pres">
      <dgm:prSet presAssocID="{23D3B919-D924-4183-9395-6C6DC4EB290E}" presName="hierRoot2" presStyleCnt="0">
        <dgm:presLayoutVars>
          <dgm:hierBranch val="init"/>
        </dgm:presLayoutVars>
      </dgm:prSet>
      <dgm:spPr/>
    </dgm:pt>
    <dgm:pt modelId="{A53F74EB-A6DC-4084-900A-DA4651E14D7E}" type="pres">
      <dgm:prSet presAssocID="{23D3B919-D924-4183-9395-6C6DC4EB290E}" presName="rootComposite" presStyleCnt="0"/>
      <dgm:spPr/>
    </dgm:pt>
    <dgm:pt modelId="{2B662E84-9296-415C-8417-DE4AD22C7745}" type="pres">
      <dgm:prSet presAssocID="{23D3B919-D924-4183-9395-6C6DC4EB290E}" presName="rootText" presStyleLbl="node2" presStyleIdx="2" presStyleCnt="3" custScaleX="179252" custLinFactNeighborX="22170">
        <dgm:presLayoutVars>
          <dgm:chPref val="3"/>
        </dgm:presLayoutVars>
      </dgm:prSet>
      <dgm:spPr/>
      <dgm:t>
        <a:bodyPr/>
        <a:lstStyle/>
        <a:p>
          <a:endParaRPr lang="en-US"/>
        </a:p>
      </dgm:t>
    </dgm:pt>
    <dgm:pt modelId="{800693EF-51A3-4417-85A3-551CD28A3F29}" type="pres">
      <dgm:prSet presAssocID="{23D3B919-D924-4183-9395-6C6DC4EB290E}" presName="rootConnector" presStyleLbl="node2" presStyleIdx="2" presStyleCnt="3"/>
      <dgm:spPr/>
      <dgm:t>
        <a:bodyPr/>
        <a:lstStyle/>
        <a:p>
          <a:endParaRPr lang="en-US"/>
        </a:p>
      </dgm:t>
    </dgm:pt>
    <dgm:pt modelId="{11D50F3D-B7CE-44A8-A55A-5E27616F57DE}" type="pres">
      <dgm:prSet presAssocID="{23D3B919-D924-4183-9395-6C6DC4EB290E}" presName="hierChild4" presStyleCnt="0"/>
      <dgm:spPr/>
    </dgm:pt>
    <dgm:pt modelId="{B80DB8D4-64AA-4366-86BD-4F49BEA0C193}" type="pres">
      <dgm:prSet presAssocID="{6B705F3D-94B5-498B-BADA-FC75D77F06D4}" presName="Name37" presStyleLbl="parChTrans1D3" presStyleIdx="2" presStyleCnt="3"/>
      <dgm:spPr/>
      <dgm:t>
        <a:bodyPr/>
        <a:lstStyle/>
        <a:p>
          <a:endParaRPr lang="en-US"/>
        </a:p>
      </dgm:t>
    </dgm:pt>
    <dgm:pt modelId="{8714618E-0B7F-4F13-81D7-C453C5B11045}" type="pres">
      <dgm:prSet presAssocID="{BF2B708C-1CC5-4D6F-88C5-E90D2EA54099}" presName="hierRoot2" presStyleCnt="0">
        <dgm:presLayoutVars>
          <dgm:hierBranch val="init"/>
        </dgm:presLayoutVars>
      </dgm:prSet>
      <dgm:spPr/>
    </dgm:pt>
    <dgm:pt modelId="{28ACC389-2099-4DF2-89AE-A3390129EB60}" type="pres">
      <dgm:prSet presAssocID="{BF2B708C-1CC5-4D6F-88C5-E90D2EA54099}" presName="rootComposite" presStyleCnt="0"/>
      <dgm:spPr/>
    </dgm:pt>
    <dgm:pt modelId="{B28BBDE2-9C8A-4EED-954D-4C38C7AA0E79}" type="pres">
      <dgm:prSet presAssocID="{BF2B708C-1CC5-4D6F-88C5-E90D2EA54099}" presName="rootText" presStyleLbl="node3" presStyleIdx="2" presStyleCnt="3" custScaleX="138716">
        <dgm:presLayoutVars>
          <dgm:chPref val="3"/>
        </dgm:presLayoutVars>
      </dgm:prSet>
      <dgm:spPr/>
      <dgm:t>
        <a:bodyPr/>
        <a:lstStyle/>
        <a:p>
          <a:endParaRPr lang="en-US"/>
        </a:p>
      </dgm:t>
    </dgm:pt>
    <dgm:pt modelId="{6C79A0D8-59ED-4711-8829-9D4BC6908284}" type="pres">
      <dgm:prSet presAssocID="{BF2B708C-1CC5-4D6F-88C5-E90D2EA54099}" presName="rootConnector" presStyleLbl="node3" presStyleIdx="2" presStyleCnt="3"/>
      <dgm:spPr/>
      <dgm:t>
        <a:bodyPr/>
        <a:lstStyle/>
        <a:p>
          <a:endParaRPr lang="en-US"/>
        </a:p>
      </dgm:t>
    </dgm:pt>
    <dgm:pt modelId="{EAD8076E-E700-4F22-ABE2-41302DFE2E85}" type="pres">
      <dgm:prSet presAssocID="{BF2B708C-1CC5-4D6F-88C5-E90D2EA54099}" presName="hierChild4" presStyleCnt="0"/>
      <dgm:spPr/>
    </dgm:pt>
    <dgm:pt modelId="{E144867B-10C7-4EB8-98DB-7F88EF9D652F}" type="pres">
      <dgm:prSet presAssocID="{AE30BAF1-4829-42BC-8B37-D98B5CEBC023}" presName="Name37" presStyleLbl="parChTrans1D4" presStyleIdx="3" presStyleCnt="4"/>
      <dgm:spPr/>
      <dgm:t>
        <a:bodyPr/>
        <a:lstStyle/>
        <a:p>
          <a:endParaRPr lang="en-US"/>
        </a:p>
      </dgm:t>
    </dgm:pt>
    <dgm:pt modelId="{181528D7-21D9-4556-BEE8-4F6789C1BBE5}" type="pres">
      <dgm:prSet presAssocID="{74CC586D-6A65-4896-AF90-DD49DEAA71ED}" presName="hierRoot2" presStyleCnt="0">
        <dgm:presLayoutVars>
          <dgm:hierBranch val="init"/>
        </dgm:presLayoutVars>
      </dgm:prSet>
      <dgm:spPr/>
    </dgm:pt>
    <dgm:pt modelId="{EFB23539-7F4D-424D-8A41-0D970B1E7228}" type="pres">
      <dgm:prSet presAssocID="{74CC586D-6A65-4896-AF90-DD49DEAA71ED}" presName="rootComposite" presStyleCnt="0"/>
      <dgm:spPr/>
    </dgm:pt>
    <dgm:pt modelId="{EF674AD1-6589-41E8-ADCC-9E1A26BDD246}" type="pres">
      <dgm:prSet presAssocID="{74CC586D-6A65-4896-AF90-DD49DEAA71ED}" presName="rootText" presStyleLbl="node4" presStyleIdx="3" presStyleCnt="4">
        <dgm:presLayoutVars>
          <dgm:chPref val="3"/>
        </dgm:presLayoutVars>
      </dgm:prSet>
      <dgm:spPr/>
      <dgm:t>
        <a:bodyPr/>
        <a:lstStyle/>
        <a:p>
          <a:endParaRPr lang="en-US"/>
        </a:p>
      </dgm:t>
    </dgm:pt>
    <dgm:pt modelId="{81883FFB-2ED5-4468-A96D-B2B9102BBAE1}" type="pres">
      <dgm:prSet presAssocID="{74CC586D-6A65-4896-AF90-DD49DEAA71ED}" presName="rootConnector" presStyleLbl="node4" presStyleIdx="3" presStyleCnt="4"/>
      <dgm:spPr/>
      <dgm:t>
        <a:bodyPr/>
        <a:lstStyle/>
        <a:p>
          <a:endParaRPr lang="en-US"/>
        </a:p>
      </dgm:t>
    </dgm:pt>
    <dgm:pt modelId="{527DA6FE-8078-499A-B104-8976016A6F25}" type="pres">
      <dgm:prSet presAssocID="{74CC586D-6A65-4896-AF90-DD49DEAA71ED}" presName="hierChild4" presStyleCnt="0"/>
      <dgm:spPr/>
    </dgm:pt>
    <dgm:pt modelId="{5B06951B-7010-4F07-80E3-2FA25EFD4885}" type="pres">
      <dgm:prSet presAssocID="{74CC586D-6A65-4896-AF90-DD49DEAA71ED}" presName="hierChild5" presStyleCnt="0"/>
      <dgm:spPr/>
    </dgm:pt>
    <dgm:pt modelId="{BA6EC7D7-CB5E-4E8B-A7C1-FE54AAE54CB3}" type="pres">
      <dgm:prSet presAssocID="{BF2B708C-1CC5-4D6F-88C5-E90D2EA54099}" presName="hierChild5" presStyleCnt="0"/>
      <dgm:spPr/>
    </dgm:pt>
    <dgm:pt modelId="{964567F6-0E16-40FF-B635-201A787EE937}" type="pres">
      <dgm:prSet presAssocID="{23D3B919-D924-4183-9395-6C6DC4EB290E}" presName="hierChild5" presStyleCnt="0"/>
      <dgm:spPr/>
    </dgm:pt>
    <dgm:pt modelId="{5F8D597B-94EA-4E01-9998-26FDDF5FAD8A}" type="pres">
      <dgm:prSet presAssocID="{E754C699-510C-476E-A009-0F45B2163645}" presName="hierChild3" presStyleCnt="0"/>
      <dgm:spPr/>
    </dgm:pt>
  </dgm:ptLst>
  <dgm:cxnLst>
    <dgm:cxn modelId="{FC032F7D-F4FA-4BA2-8B33-B76D8C954403}" type="presOf" srcId="{9FEE8B8C-A625-428F-B22C-79548864CAFE}" destId="{EC69913D-D939-43A9-A2E1-B511FE16C5CD}" srcOrd="1" destOrd="0" presId="urn:microsoft.com/office/officeart/2005/8/layout/orgChart1"/>
    <dgm:cxn modelId="{EF5D00D6-CEE4-4FD6-B8C5-ADF9236ABE01}" type="presOf" srcId="{74CC586D-6A65-4896-AF90-DD49DEAA71ED}" destId="{EF674AD1-6589-41E8-ADCC-9E1A26BDD246}" srcOrd="0" destOrd="0" presId="urn:microsoft.com/office/officeart/2005/8/layout/orgChart1"/>
    <dgm:cxn modelId="{BBF57BB6-72E8-4B21-9AC2-B6482EDAAEF0}" type="presOf" srcId="{16D9BD8B-FB9F-4C70-8238-5D7086D05F19}" destId="{7AD22F9B-A95D-4ED4-BBEA-0F337E0D8414}" srcOrd="0" destOrd="0" presId="urn:microsoft.com/office/officeart/2005/8/layout/orgChart1"/>
    <dgm:cxn modelId="{91462E49-012C-4915-9426-FF5E22786C70}" type="presOf" srcId="{C666384B-ED62-4938-B9C0-B6B1C00F2EB8}" destId="{73E93651-195C-478F-83C4-B8211CBAAEC4}" srcOrd="1" destOrd="0" presId="urn:microsoft.com/office/officeart/2005/8/layout/orgChart1"/>
    <dgm:cxn modelId="{9B59D0FF-18E4-493E-8536-15CB3308BE80}" srcId="{4160FBDA-864B-4005-87E8-7725B2AEB888}" destId="{32703F9A-3D6E-4DBD-B83C-4C229766F359}" srcOrd="0" destOrd="0" parTransId="{5B392322-4908-4A54-B991-F8B995AD484B}" sibTransId="{638AAEC3-E0D6-44E6-998B-7D2FF3E9F808}"/>
    <dgm:cxn modelId="{10C8885D-D84F-4315-A323-D372C4AB03A9}" type="presOf" srcId="{32703F9A-3D6E-4DBD-B83C-4C229766F359}" destId="{265D77C8-9037-4806-A318-C8BE77D439D2}" srcOrd="0" destOrd="0" presId="urn:microsoft.com/office/officeart/2005/8/layout/orgChart1"/>
    <dgm:cxn modelId="{8A6E61C9-EB2D-46F9-9B4A-5E777C3E8F2A}" type="presOf" srcId="{AE30BAF1-4829-42BC-8B37-D98B5CEBC023}" destId="{E144867B-10C7-4EB8-98DB-7F88EF9D652F}" srcOrd="0" destOrd="0" presId="urn:microsoft.com/office/officeart/2005/8/layout/orgChart1"/>
    <dgm:cxn modelId="{4EA5833D-B4DC-4D58-AFE6-A078E2DB76E8}" type="presOf" srcId="{CB007D9B-B2AE-4D24-96F7-3755A4BF53DE}" destId="{7468B2D4-ED8D-4687-8984-53AA3E7075D5}" srcOrd="0" destOrd="0" presId="urn:microsoft.com/office/officeart/2005/8/layout/orgChart1"/>
    <dgm:cxn modelId="{1E98FAF0-277B-480A-8D77-00C91BB90182}" type="presOf" srcId="{6ABE9454-0D02-4AEA-BB15-8CD27B2FE453}" destId="{2CD18EDB-4911-4E33-904A-187B6B627464}" srcOrd="1" destOrd="0" presId="urn:microsoft.com/office/officeart/2005/8/layout/orgChart1"/>
    <dgm:cxn modelId="{059D872B-6447-4822-90D1-1F2A248F1EC5}" type="presOf" srcId="{BAD6D61F-62AE-4D6E-9081-0ECA95E5556C}" destId="{1BB6E7A5-0C6E-4283-8EC2-0C4B099FE928}" srcOrd="0" destOrd="0" presId="urn:microsoft.com/office/officeart/2005/8/layout/orgChart1"/>
    <dgm:cxn modelId="{7671DF4F-E671-4556-B491-22B004B1697E}" type="presOf" srcId="{297AFFC2-08B9-4406-B348-F07760384437}" destId="{71F9B689-F59C-4597-BD03-BE2F3318EA5A}" srcOrd="0" destOrd="0" presId="urn:microsoft.com/office/officeart/2005/8/layout/orgChart1"/>
    <dgm:cxn modelId="{4A58E4F4-5A76-4B4B-887A-4ACBB627EE12}" srcId="{CB007D9B-B2AE-4D24-96F7-3755A4BF53DE}" destId="{9FEE8B8C-A625-428F-B22C-79548864CAFE}" srcOrd="0" destOrd="0" parTransId="{F76CE63A-AADE-490B-9955-B484F20CFA84}" sibTransId="{B7DDC3E8-B965-4FBF-8B02-C68C318BE610}"/>
    <dgm:cxn modelId="{C798F511-253C-45BD-A90F-3D38891DB7E4}" type="presOf" srcId="{FB8EC4A1-BAF0-4DD0-991A-1A750140D524}" destId="{A1B48A5F-D361-46D9-B90E-29D8363C1A3C}" srcOrd="0" destOrd="0" presId="urn:microsoft.com/office/officeart/2005/8/layout/orgChart1"/>
    <dgm:cxn modelId="{B8528612-844C-4657-A5CB-18EDAA568DEE}" type="presOf" srcId="{BF2B708C-1CC5-4D6F-88C5-E90D2EA54099}" destId="{B28BBDE2-9C8A-4EED-954D-4C38C7AA0E79}" srcOrd="0" destOrd="0" presId="urn:microsoft.com/office/officeart/2005/8/layout/orgChart1"/>
    <dgm:cxn modelId="{8BDB5DD5-9544-4959-BD6D-EF8D8B78D986}" type="presOf" srcId="{6B705F3D-94B5-498B-BADA-FC75D77F06D4}" destId="{B80DB8D4-64AA-4366-86BD-4F49BEA0C193}" srcOrd="0" destOrd="0" presId="urn:microsoft.com/office/officeart/2005/8/layout/orgChart1"/>
    <dgm:cxn modelId="{555AFA08-6A88-4FF1-AE31-B8F6B25F4DCE}" type="presOf" srcId="{C666384B-ED62-4938-B9C0-B6B1C00F2EB8}" destId="{DE3E8897-EEC8-4E8D-8B2C-B00A561972BE}" srcOrd="0" destOrd="0" presId="urn:microsoft.com/office/officeart/2005/8/layout/orgChart1"/>
    <dgm:cxn modelId="{132D341A-5A20-4900-ACD5-7BBA172083FF}" type="presOf" srcId="{23D3B919-D924-4183-9395-6C6DC4EB290E}" destId="{2B662E84-9296-415C-8417-DE4AD22C7745}" srcOrd="0" destOrd="0" presId="urn:microsoft.com/office/officeart/2005/8/layout/orgChart1"/>
    <dgm:cxn modelId="{CAC46689-5F4A-4FD9-9BA9-4ACF683D0197}" type="presOf" srcId="{BF2B708C-1CC5-4D6F-88C5-E90D2EA54099}" destId="{6C79A0D8-59ED-4711-8829-9D4BC6908284}" srcOrd="1" destOrd="0" presId="urn:microsoft.com/office/officeart/2005/8/layout/orgChart1"/>
    <dgm:cxn modelId="{9879C835-AC91-4CD2-A885-E7A28FEC911A}" type="presOf" srcId="{F76CE63A-AADE-490B-9955-B484F20CFA84}" destId="{1352B7B4-4630-4F9B-BC95-A92FEE974B19}" srcOrd="0" destOrd="0" presId="urn:microsoft.com/office/officeart/2005/8/layout/orgChart1"/>
    <dgm:cxn modelId="{A438FD69-C537-4846-B663-85CBE4F681D4}" type="presOf" srcId="{E754C699-510C-476E-A009-0F45B2163645}" destId="{0CB3FD17-8706-4C9C-B7D6-7A09622BEFB8}" srcOrd="0" destOrd="0" presId="urn:microsoft.com/office/officeart/2005/8/layout/orgChart1"/>
    <dgm:cxn modelId="{7B4DB425-0BFB-4659-8E3F-C7C69A82FC8F}" srcId="{830EBEFE-FBF9-4422-B400-FDBD5959602A}" destId="{E754C699-510C-476E-A009-0F45B2163645}" srcOrd="0" destOrd="0" parTransId="{F8842323-40EF-4955-AC52-D9EADCDBB433}" sibTransId="{7022C3CA-9CEF-4AF0-A60F-3B5ECAD49035}"/>
    <dgm:cxn modelId="{E574B42F-9F8A-41E1-A4D8-964091EE1C92}" type="presOf" srcId="{4160FBDA-864B-4005-87E8-7725B2AEB888}" destId="{64012194-9DD9-4683-B3E5-557C0C8FFA3E}" srcOrd="0" destOrd="0" presId="urn:microsoft.com/office/officeart/2005/8/layout/orgChart1"/>
    <dgm:cxn modelId="{B8AB9022-1AEC-4933-890C-937A749994FA}" srcId="{C666384B-ED62-4938-B9C0-B6B1C00F2EB8}" destId="{4160FBDA-864B-4005-87E8-7725B2AEB888}" srcOrd="0" destOrd="0" parTransId="{297AFFC2-08B9-4406-B348-F07760384437}" sibTransId="{C324FF6D-3011-4779-AF2A-75D525BD6E38}"/>
    <dgm:cxn modelId="{AD7AC78E-4EAF-44DE-89A7-5F76934DD7A6}" type="presOf" srcId="{8625FD13-3A7D-4A36-93C9-C1A1E6EDEB92}" destId="{5877F021-6B72-4EDD-A8F7-B0CEC8BFB394}" srcOrd="0" destOrd="0" presId="urn:microsoft.com/office/officeart/2005/8/layout/orgChart1"/>
    <dgm:cxn modelId="{A9F89147-7B0A-46BD-AD4B-EEA271980795}" srcId="{BF2B708C-1CC5-4D6F-88C5-E90D2EA54099}" destId="{74CC586D-6A65-4896-AF90-DD49DEAA71ED}" srcOrd="0" destOrd="0" parTransId="{AE30BAF1-4829-42BC-8B37-D98B5CEBC023}" sibTransId="{B4A9B3DA-8C4A-48C5-AFF4-A08BC5B0BAF9}"/>
    <dgm:cxn modelId="{90460D45-8107-41A2-90D2-913C71B1762B}" srcId="{23D3B919-D924-4183-9395-6C6DC4EB290E}" destId="{BF2B708C-1CC5-4D6F-88C5-E90D2EA54099}" srcOrd="0" destOrd="0" parTransId="{6B705F3D-94B5-498B-BADA-FC75D77F06D4}" sibTransId="{20447A32-69D6-47D2-A30E-FA5A76F3F1ED}"/>
    <dgm:cxn modelId="{2D3AB1C0-1CEA-452B-99C8-9B2B7BDFBFE3}" type="presOf" srcId="{FB8EC4A1-BAF0-4DD0-991A-1A750140D524}" destId="{90346D8E-7B8F-4A2D-B765-4DCF471F2A43}" srcOrd="1" destOrd="0" presId="urn:microsoft.com/office/officeart/2005/8/layout/orgChart1"/>
    <dgm:cxn modelId="{373911FD-2BBE-4143-A6AC-5BACAF966883}" type="presOf" srcId="{830EBEFE-FBF9-4422-B400-FDBD5959602A}" destId="{6FC943D8-8DDA-4BED-8A34-A2736C14391B}" srcOrd="0" destOrd="0" presId="urn:microsoft.com/office/officeart/2005/8/layout/orgChart1"/>
    <dgm:cxn modelId="{10AE6CA8-2F37-4097-8037-AEB4E0F94E97}" srcId="{FB8EC4A1-BAF0-4DD0-991A-1A750140D524}" destId="{6ABE9454-0D02-4AEA-BB15-8CD27B2FE453}" srcOrd="0" destOrd="0" parTransId="{707807F4-DC73-43F3-A5A8-94C8570B758C}" sibTransId="{5D48D74D-6D49-4FC1-936E-4942DC431587}"/>
    <dgm:cxn modelId="{24C2EAD9-F014-46BB-8DBF-4CE9A449B69F}" type="presOf" srcId="{707807F4-DC73-43F3-A5A8-94C8570B758C}" destId="{BBE2D18F-AA19-4C5F-99ED-D1BDEE875313}" srcOrd="0" destOrd="0" presId="urn:microsoft.com/office/officeart/2005/8/layout/orgChart1"/>
    <dgm:cxn modelId="{E34F351D-9337-4296-99C0-E7E18DE4784C}" srcId="{9FEE8B8C-A625-428F-B22C-79548864CAFE}" destId="{FB8EC4A1-BAF0-4DD0-991A-1A750140D524}" srcOrd="0" destOrd="0" parTransId="{8625FD13-3A7D-4A36-93C9-C1A1E6EDEB92}" sibTransId="{7A70779D-0B3B-4203-A29D-8535EB91BC66}"/>
    <dgm:cxn modelId="{BE1618EF-5F8B-45FD-BFE6-DB222FD4DC82}" type="presOf" srcId="{5B392322-4908-4A54-B991-F8B995AD484B}" destId="{C3AF8989-800E-4C96-8ABE-8F63BE0D3569}" srcOrd="0" destOrd="0" presId="urn:microsoft.com/office/officeart/2005/8/layout/orgChart1"/>
    <dgm:cxn modelId="{938A257C-3526-4905-8738-31F2B510298A}" type="presOf" srcId="{A5A94151-2A7F-467B-9E8A-F1F2188ABFD6}" destId="{3EB3648E-D769-4F78-A1E1-01B5E87BF202}" srcOrd="0" destOrd="0" presId="urn:microsoft.com/office/officeart/2005/8/layout/orgChart1"/>
    <dgm:cxn modelId="{EB7D156F-1515-4124-B585-2021458DD339}" type="presOf" srcId="{E754C699-510C-476E-A009-0F45B2163645}" destId="{3564B8C0-F491-4F1D-A7B0-249CC5FB394A}" srcOrd="1" destOrd="0" presId="urn:microsoft.com/office/officeart/2005/8/layout/orgChart1"/>
    <dgm:cxn modelId="{5467AD35-6CB4-48C0-8812-8999981584CC}" type="presOf" srcId="{CB007D9B-B2AE-4D24-96F7-3755A4BF53DE}" destId="{975E1024-0426-444C-A71C-C12F1C6AA8DE}" srcOrd="1" destOrd="0" presId="urn:microsoft.com/office/officeart/2005/8/layout/orgChart1"/>
    <dgm:cxn modelId="{DE22C692-C26D-4D42-842B-22C0B6EEA6C5}" type="presOf" srcId="{6ABE9454-0D02-4AEA-BB15-8CD27B2FE453}" destId="{E2D7F875-6DE6-4683-927B-C9CA3BA2B518}" srcOrd="0" destOrd="0" presId="urn:microsoft.com/office/officeart/2005/8/layout/orgChart1"/>
    <dgm:cxn modelId="{2C2D2791-AE02-46FF-B20A-F84B2650186F}" type="presOf" srcId="{4160FBDA-864B-4005-87E8-7725B2AEB888}" destId="{EFDB7E69-20CE-40A3-8C93-A3746DA399D6}" srcOrd="1" destOrd="0" presId="urn:microsoft.com/office/officeart/2005/8/layout/orgChart1"/>
    <dgm:cxn modelId="{A991A198-4C87-4AD0-A6FA-61182BFB2273}" srcId="{E754C699-510C-476E-A009-0F45B2163645}" destId="{C666384B-ED62-4938-B9C0-B6B1C00F2EB8}" srcOrd="1" destOrd="0" parTransId="{16D9BD8B-FB9F-4C70-8238-5D7086D05F19}" sibTransId="{17A848BA-BE7A-4C22-8897-3FAA2AB1CEC4}"/>
    <dgm:cxn modelId="{8CFACF94-5880-4BCF-B6F2-47922D4239E2}" type="presOf" srcId="{9FEE8B8C-A625-428F-B22C-79548864CAFE}" destId="{4F31A318-2D55-483E-ABCA-095D5B4B5A72}" srcOrd="0" destOrd="0" presId="urn:microsoft.com/office/officeart/2005/8/layout/orgChart1"/>
    <dgm:cxn modelId="{0617A7AF-275B-4DAD-A5BD-0FBE2F0785D0}" type="presOf" srcId="{32703F9A-3D6E-4DBD-B83C-4C229766F359}" destId="{FB78C88A-2A5A-4880-85AC-BA3C10CACA9F}" srcOrd="1" destOrd="0" presId="urn:microsoft.com/office/officeart/2005/8/layout/orgChart1"/>
    <dgm:cxn modelId="{6F232C55-5C7D-4128-95AE-13D5E37021D4}" srcId="{E754C699-510C-476E-A009-0F45B2163645}" destId="{CB007D9B-B2AE-4D24-96F7-3755A4BF53DE}" srcOrd="0" destOrd="0" parTransId="{A5A94151-2A7F-467B-9E8A-F1F2188ABFD6}" sibTransId="{29791BD2-0BB8-4E6E-BB10-BFDC14ACA23E}"/>
    <dgm:cxn modelId="{11513961-4B27-4FF5-97C0-08F610ACD1C4}" srcId="{E754C699-510C-476E-A009-0F45B2163645}" destId="{23D3B919-D924-4183-9395-6C6DC4EB290E}" srcOrd="2" destOrd="0" parTransId="{BAD6D61F-62AE-4D6E-9081-0ECA95E5556C}" sibTransId="{95011687-1B2C-4FA7-A9C4-AB686375EA75}"/>
    <dgm:cxn modelId="{31419D7B-0271-4011-BFC7-DC825E00879D}" type="presOf" srcId="{23D3B919-D924-4183-9395-6C6DC4EB290E}" destId="{800693EF-51A3-4417-85A3-551CD28A3F29}" srcOrd="1" destOrd="0" presId="urn:microsoft.com/office/officeart/2005/8/layout/orgChart1"/>
    <dgm:cxn modelId="{60525CD7-5B2C-44B0-A5B6-37983D6F5ADD}" type="presOf" srcId="{74CC586D-6A65-4896-AF90-DD49DEAA71ED}" destId="{81883FFB-2ED5-4468-A96D-B2B9102BBAE1}" srcOrd="1" destOrd="0" presId="urn:microsoft.com/office/officeart/2005/8/layout/orgChart1"/>
    <dgm:cxn modelId="{30589F38-CB4E-4D86-AC3F-36C1AF6AC6AA}" type="presParOf" srcId="{6FC943D8-8DDA-4BED-8A34-A2736C14391B}" destId="{D3E69ABE-3301-4476-B27A-599EE85C6E33}" srcOrd="0" destOrd="0" presId="urn:microsoft.com/office/officeart/2005/8/layout/orgChart1"/>
    <dgm:cxn modelId="{DA51C9B3-4B1E-4342-802A-FE517B5B52C2}" type="presParOf" srcId="{D3E69ABE-3301-4476-B27A-599EE85C6E33}" destId="{B4FE1F9A-C6F6-4871-ADDC-458E30E567D8}" srcOrd="0" destOrd="0" presId="urn:microsoft.com/office/officeart/2005/8/layout/orgChart1"/>
    <dgm:cxn modelId="{3C88869E-FF9D-4A79-8E2A-152F43C7D453}" type="presParOf" srcId="{B4FE1F9A-C6F6-4871-ADDC-458E30E567D8}" destId="{0CB3FD17-8706-4C9C-B7D6-7A09622BEFB8}" srcOrd="0" destOrd="0" presId="urn:microsoft.com/office/officeart/2005/8/layout/orgChart1"/>
    <dgm:cxn modelId="{B074E995-9350-4613-9D73-0FC30A66AE22}" type="presParOf" srcId="{B4FE1F9A-C6F6-4871-ADDC-458E30E567D8}" destId="{3564B8C0-F491-4F1D-A7B0-249CC5FB394A}" srcOrd="1" destOrd="0" presId="urn:microsoft.com/office/officeart/2005/8/layout/orgChart1"/>
    <dgm:cxn modelId="{A98A5FE1-E912-45CE-8EA3-BA1ABE60C15F}" type="presParOf" srcId="{D3E69ABE-3301-4476-B27A-599EE85C6E33}" destId="{7693427B-43B5-4976-B99A-3C64366223E8}" srcOrd="1" destOrd="0" presId="urn:microsoft.com/office/officeart/2005/8/layout/orgChart1"/>
    <dgm:cxn modelId="{137DCC57-56C6-482F-9C7B-92165898C9A7}" type="presParOf" srcId="{7693427B-43B5-4976-B99A-3C64366223E8}" destId="{3EB3648E-D769-4F78-A1E1-01B5E87BF202}" srcOrd="0" destOrd="0" presId="urn:microsoft.com/office/officeart/2005/8/layout/orgChart1"/>
    <dgm:cxn modelId="{C73BF4C5-154B-4EA7-BB50-EB15983072AC}" type="presParOf" srcId="{7693427B-43B5-4976-B99A-3C64366223E8}" destId="{44E272C3-0982-4DD1-A880-5C6B9581CB32}" srcOrd="1" destOrd="0" presId="urn:microsoft.com/office/officeart/2005/8/layout/orgChart1"/>
    <dgm:cxn modelId="{965F18F5-CB24-4A02-A02B-389C1D65C192}" type="presParOf" srcId="{44E272C3-0982-4DD1-A880-5C6B9581CB32}" destId="{1B486B92-5CB3-45A1-BDCF-B7951E3B2AB2}" srcOrd="0" destOrd="0" presId="urn:microsoft.com/office/officeart/2005/8/layout/orgChart1"/>
    <dgm:cxn modelId="{55A150BD-322D-487F-A300-677D3995532D}" type="presParOf" srcId="{1B486B92-5CB3-45A1-BDCF-B7951E3B2AB2}" destId="{7468B2D4-ED8D-4687-8984-53AA3E7075D5}" srcOrd="0" destOrd="0" presId="urn:microsoft.com/office/officeart/2005/8/layout/orgChart1"/>
    <dgm:cxn modelId="{6341B190-1736-4183-914D-D96E344A29F7}" type="presParOf" srcId="{1B486B92-5CB3-45A1-BDCF-B7951E3B2AB2}" destId="{975E1024-0426-444C-A71C-C12F1C6AA8DE}" srcOrd="1" destOrd="0" presId="urn:microsoft.com/office/officeart/2005/8/layout/orgChart1"/>
    <dgm:cxn modelId="{C2288D85-3AAB-4859-B217-828913ABD2AC}" type="presParOf" srcId="{44E272C3-0982-4DD1-A880-5C6B9581CB32}" destId="{D3471B9B-BEE3-448A-9DD8-43C8427F72E2}" srcOrd="1" destOrd="0" presId="urn:microsoft.com/office/officeart/2005/8/layout/orgChart1"/>
    <dgm:cxn modelId="{15432508-849D-4631-9AAB-FABD18E728E1}" type="presParOf" srcId="{D3471B9B-BEE3-448A-9DD8-43C8427F72E2}" destId="{1352B7B4-4630-4F9B-BC95-A92FEE974B19}" srcOrd="0" destOrd="0" presId="urn:microsoft.com/office/officeart/2005/8/layout/orgChart1"/>
    <dgm:cxn modelId="{41F4FD02-56B0-4F30-8A91-93251B3B69E6}" type="presParOf" srcId="{D3471B9B-BEE3-448A-9DD8-43C8427F72E2}" destId="{7E9FEDA8-856D-43DB-B3CB-09E0691E6284}" srcOrd="1" destOrd="0" presId="urn:microsoft.com/office/officeart/2005/8/layout/orgChart1"/>
    <dgm:cxn modelId="{7F5007EB-50C2-4A1C-842B-47BCD62B0636}" type="presParOf" srcId="{7E9FEDA8-856D-43DB-B3CB-09E0691E6284}" destId="{384AC802-5A0C-42C0-B1FB-1380D8EE9A90}" srcOrd="0" destOrd="0" presId="urn:microsoft.com/office/officeart/2005/8/layout/orgChart1"/>
    <dgm:cxn modelId="{7B3AF71F-A0B0-43B4-AE6B-8B8BF1C994BE}" type="presParOf" srcId="{384AC802-5A0C-42C0-B1FB-1380D8EE9A90}" destId="{4F31A318-2D55-483E-ABCA-095D5B4B5A72}" srcOrd="0" destOrd="0" presId="urn:microsoft.com/office/officeart/2005/8/layout/orgChart1"/>
    <dgm:cxn modelId="{42B8DB5F-7F1E-40A1-BD7F-12C6D8C0B019}" type="presParOf" srcId="{384AC802-5A0C-42C0-B1FB-1380D8EE9A90}" destId="{EC69913D-D939-43A9-A2E1-B511FE16C5CD}" srcOrd="1" destOrd="0" presId="urn:microsoft.com/office/officeart/2005/8/layout/orgChart1"/>
    <dgm:cxn modelId="{F5BED322-765F-4C55-A2BB-D83D73010261}" type="presParOf" srcId="{7E9FEDA8-856D-43DB-B3CB-09E0691E6284}" destId="{99DA24D8-BAD5-4756-8196-76E360251B5C}" srcOrd="1" destOrd="0" presId="urn:microsoft.com/office/officeart/2005/8/layout/orgChart1"/>
    <dgm:cxn modelId="{1A731A2C-AB2D-4265-9928-76B33EBA72C4}" type="presParOf" srcId="{99DA24D8-BAD5-4756-8196-76E360251B5C}" destId="{5877F021-6B72-4EDD-A8F7-B0CEC8BFB394}" srcOrd="0" destOrd="0" presId="urn:microsoft.com/office/officeart/2005/8/layout/orgChart1"/>
    <dgm:cxn modelId="{6175E2D1-813C-4214-8D4D-C9BC7D0B7FC5}" type="presParOf" srcId="{99DA24D8-BAD5-4756-8196-76E360251B5C}" destId="{3AB86E21-9EA2-4D87-8AEC-BD5F028C32E2}" srcOrd="1" destOrd="0" presId="urn:microsoft.com/office/officeart/2005/8/layout/orgChart1"/>
    <dgm:cxn modelId="{D874B848-ACD0-4FBD-B08E-FC40D961D858}" type="presParOf" srcId="{3AB86E21-9EA2-4D87-8AEC-BD5F028C32E2}" destId="{62E77919-4997-48E3-93A4-4C0D9F70AEA0}" srcOrd="0" destOrd="0" presId="urn:microsoft.com/office/officeart/2005/8/layout/orgChart1"/>
    <dgm:cxn modelId="{EC2B562E-6C7D-439A-B72C-9CF4FC7EE568}" type="presParOf" srcId="{62E77919-4997-48E3-93A4-4C0D9F70AEA0}" destId="{A1B48A5F-D361-46D9-B90E-29D8363C1A3C}" srcOrd="0" destOrd="0" presId="urn:microsoft.com/office/officeart/2005/8/layout/orgChart1"/>
    <dgm:cxn modelId="{1B333679-088C-49B3-9AD8-FC49FE8EC553}" type="presParOf" srcId="{62E77919-4997-48E3-93A4-4C0D9F70AEA0}" destId="{90346D8E-7B8F-4A2D-B765-4DCF471F2A43}" srcOrd="1" destOrd="0" presId="urn:microsoft.com/office/officeart/2005/8/layout/orgChart1"/>
    <dgm:cxn modelId="{D5E43F25-5235-4BFE-A982-EC8F78F09B99}" type="presParOf" srcId="{3AB86E21-9EA2-4D87-8AEC-BD5F028C32E2}" destId="{E4C19BFF-5ADA-44E7-8804-6B9EE2874526}" srcOrd="1" destOrd="0" presId="urn:microsoft.com/office/officeart/2005/8/layout/orgChart1"/>
    <dgm:cxn modelId="{1B8D70AD-4FFA-4D60-BBCA-190BF8C1E4AD}" type="presParOf" srcId="{E4C19BFF-5ADA-44E7-8804-6B9EE2874526}" destId="{BBE2D18F-AA19-4C5F-99ED-D1BDEE875313}" srcOrd="0" destOrd="0" presId="urn:microsoft.com/office/officeart/2005/8/layout/orgChart1"/>
    <dgm:cxn modelId="{C486E234-4708-494E-814A-3132AC30E7F8}" type="presParOf" srcId="{E4C19BFF-5ADA-44E7-8804-6B9EE2874526}" destId="{E29723B7-92FB-47CA-A826-70952CF9CBFE}" srcOrd="1" destOrd="0" presId="urn:microsoft.com/office/officeart/2005/8/layout/orgChart1"/>
    <dgm:cxn modelId="{DB165486-5614-48CC-98EC-0144878EDA6B}" type="presParOf" srcId="{E29723B7-92FB-47CA-A826-70952CF9CBFE}" destId="{7D89249B-9835-47F2-869B-C0A60B48DF01}" srcOrd="0" destOrd="0" presId="urn:microsoft.com/office/officeart/2005/8/layout/orgChart1"/>
    <dgm:cxn modelId="{2C6B9ADF-2048-40B0-8C4B-45CA3D2D7560}" type="presParOf" srcId="{7D89249B-9835-47F2-869B-C0A60B48DF01}" destId="{E2D7F875-6DE6-4683-927B-C9CA3BA2B518}" srcOrd="0" destOrd="0" presId="urn:microsoft.com/office/officeart/2005/8/layout/orgChart1"/>
    <dgm:cxn modelId="{F3295EE3-455D-4EA7-9017-863309CBF2AF}" type="presParOf" srcId="{7D89249B-9835-47F2-869B-C0A60B48DF01}" destId="{2CD18EDB-4911-4E33-904A-187B6B627464}" srcOrd="1" destOrd="0" presId="urn:microsoft.com/office/officeart/2005/8/layout/orgChart1"/>
    <dgm:cxn modelId="{35761378-01EA-47BB-B074-5F0BD1AE2388}" type="presParOf" srcId="{E29723B7-92FB-47CA-A826-70952CF9CBFE}" destId="{D805C43A-9E8A-4F08-9269-D6364E2E3C24}" srcOrd="1" destOrd="0" presId="urn:microsoft.com/office/officeart/2005/8/layout/orgChart1"/>
    <dgm:cxn modelId="{35E39160-004B-48C8-9787-05D42BF3A81C}" type="presParOf" srcId="{E29723B7-92FB-47CA-A826-70952CF9CBFE}" destId="{7022B918-3680-499E-9571-944916ADFB31}" srcOrd="2" destOrd="0" presId="urn:microsoft.com/office/officeart/2005/8/layout/orgChart1"/>
    <dgm:cxn modelId="{BF343CB6-B48F-477D-9B40-C172F5BF11C7}" type="presParOf" srcId="{3AB86E21-9EA2-4D87-8AEC-BD5F028C32E2}" destId="{5BCCC748-0413-4C7A-802E-F511551B89FB}" srcOrd="2" destOrd="0" presId="urn:microsoft.com/office/officeart/2005/8/layout/orgChart1"/>
    <dgm:cxn modelId="{4CDB4598-1B50-4AC3-955E-13EAF7EC5B78}" type="presParOf" srcId="{7E9FEDA8-856D-43DB-B3CB-09E0691E6284}" destId="{1D1A3F45-D5B2-40BF-917F-9549C136C944}" srcOrd="2" destOrd="0" presId="urn:microsoft.com/office/officeart/2005/8/layout/orgChart1"/>
    <dgm:cxn modelId="{CA263218-6419-4E2A-9BF7-D89C5CB71A8B}" type="presParOf" srcId="{44E272C3-0982-4DD1-A880-5C6B9581CB32}" destId="{4A1B46CB-16D4-400D-AE73-72E73766D576}" srcOrd="2" destOrd="0" presId="urn:microsoft.com/office/officeart/2005/8/layout/orgChart1"/>
    <dgm:cxn modelId="{70157514-C162-4237-9920-1360331989FA}" type="presParOf" srcId="{7693427B-43B5-4976-B99A-3C64366223E8}" destId="{7AD22F9B-A95D-4ED4-BBEA-0F337E0D8414}" srcOrd="2" destOrd="0" presId="urn:microsoft.com/office/officeart/2005/8/layout/orgChart1"/>
    <dgm:cxn modelId="{15CD9151-08CD-4F23-9EF3-D85C14176AF1}" type="presParOf" srcId="{7693427B-43B5-4976-B99A-3C64366223E8}" destId="{82C66E76-F00C-4BCC-8430-4753AAE74309}" srcOrd="3" destOrd="0" presId="urn:microsoft.com/office/officeart/2005/8/layout/orgChart1"/>
    <dgm:cxn modelId="{58A5356C-FB6A-4512-8074-29240EF13B6B}" type="presParOf" srcId="{82C66E76-F00C-4BCC-8430-4753AAE74309}" destId="{EC0769A0-6C32-442E-9500-7066C483409D}" srcOrd="0" destOrd="0" presId="urn:microsoft.com/office/officeart/2005/8/layout/orgChart1"/>
    <dgm:cxn modelId="{BF8539A9-1215-427D-A75E-5AEFBF5C3125}" type="presParOf" srcId="{EC0769A0-6C32-442E-9500-7066C483409D}" destId="{DE3E8897-EEC8-4E8D-8B2C-B00A561972BE}" srcOrd="0" destOrd="0" presId="urn:microsoft.com/office/officeart/2005/8/layout/orgChart1"/>
    <dgm:cxn modelId="{EB37ACCF-DCA0-430A-90FD-E13873EB7540}" type="presParOf" srcId="{EC0769A0-6C32-442E-9500-7066C483409D}" destId="{73E93651-195C-478F-83C4-B8211CBAAEC4}" srcOrd="1" destOrd="0" presId="urn:microsoft.com/office/officeart/2005/8/layout/orgChart1"/>
    <dgm:cxn modelId="{D361731D-76A1-47EB-89AF-EF9A98A95CF8}" type="presParOf" srcId="{82C66E76-F00C-4BCC-8430-4753AAE74309}" destId="{FA689ED3-866A-4320-8C9E-FBFC4D48C187}" srcOrd="1" destOrd="0" presId="urn:microsoft.com/office/officeart/2005/8/layout/orgChart1"/>
    <dgm:cxn modelId="{0B88A6B9-BA7C-46A5-98F0-57B85BAEB3CC}" type="presParOf" srcId="{FA689ED3-866A-4320-8C9E-FBFC4D48C187}" destId="{71F9B689-F59C-4597-BD03-BE2F3318EA5A}" srcOrd="0" destOrd="0" presId="urn:microsoft.com/office/officeart/2005/8/layout/orgChart1"/>
    <dgm:cxn modelId="{663A6CA6-A842-40A5-A9A4-99C9A2974FA6}" type="presParOf" srcId="{FA689ED3-866A-4320-8C9E-FBFC4D48C187}" destId="{61308DE7-26F4-4542-BE28-0CEF2763B820}" srcOrd="1" destOrd="0" presId="urn:microsoft.com/office/officeart/2005/8/layout/orgChart1"/>
    <dgm:cxn modelId="{87FB28E6-D42B-44F6-9A06-8D99F604699D}" type="presParOf" srcId="{61308DE7-26F4-4542-BE28-0CEF2763B820}" destId="{9076C7FD-B3F5-43F6-BAB8-05576E51651F}" srcOrd="0" destOrd="0" presId="urn:microsoft.com/office/officeart/2005/8/layout/orgChart1"/>
    <dgm:cxn modelId="{CF48F542-6478-4274-8831-13061EEFC405}" type="presParOf" srcId="{9076C7FD-B3F5-43F6-BAB8-05576E51651F}" destId="{64012194-9DD9-4683-B3E5-557C0C8FFA3E}" srcOrd="0" destOrd="0" presId="urn:microsoft.com/office/officeart/2005/8/layout/orgChart1"/>
    <dgm:cxn modelId="{7B893580-AD87-4E41-B4D0-F9B6DF16CE27}" type="presParOf" srcId="{9076C7FD-B3F5-43F6-BAB8-05576E51651F}" destId="{EFDB7E69-20CE-40A3-8C93-A3746DA399D6}" srcOrd="1" destOrd="0" presId="urn:microsoft.com/office/officeart/2005/8/layout/orgChart1"/>
    <dgm:cxn modelId="{B851994F-0198-4D50-89B4-BD47A5CCFB7F}" type="presParOf" srcId="{61308DE7-26F4-4542-BE28-0CEF2763B820}" destId="{721F8247-93D6-481D-8527-2308424C8BAC}" srcOrd="1" destOrd="0" presId="urn:microsoft.com/office/officeart/2005/8/layout/orgChart1"/>
    <dgm:cxn modelId="{C45B191B-CCAD-49E4-8384-969095919BDE}" type="presParOf" srcId="{721F8247-93D6-481D-8527-2308424C8BAC}" destId="{C3AF8989-800E-4C96-8ABE-8F63BE0D3569}" srcOrd="0" destOrd="0" presId="urn:microsoft.com/office/officeart/2005/8/layout/orgChart1"/>
    <dgm:cxn modelId="{57176C39-5629-44EC-9755-CD5DD491919C}" type="presParOf" srcId="{721F8247-93D6-481D-8527-2308424C8BAC}" destId="{C13030A3-8E53-423D-9A1A-786B6D3C0AD0}" srcOrd="1" destOrd="0" presId="urn:microsoft.com/office/officeart/2005/8/layout/orgChart1"/>
    <dgm:cxn modelId="{BFD02E11-D3BE-4FA1-8418-1E870567E81E}" type="presParOf" srcId="{C13030A3-8E53-423D-9A1A-786B6D3C0AD0}" destId="{A85859A8-F07C-44CD-8EAC-33420F807005}" srcOrd="0" destOrd="0" presId="urn:microsoft.com/office/officeart/2005/8/layout/orgChart1"/>
    <dgm:cxn modelId="{98BAA24A-58EC-49A7-81C4-D1E487888D2E}" type="presParOf" srcId="{A85859A8-F07C-44CD-8EAC-33420F807005}" destId="{265D77C8-9037-4806-A318-C8BE77D439D2}" srcOrd="0" destOrd="0" presId="urn:microsoft.com/office/officeart/2005/8/layout/orgChart1"/>
    <dgm:cxn modelId="{D618743B-88B6-42BD-B282-94C3E7A92367}" type="presParOf" srcId="{A85859A8-F07C-44CD-8EAC-33420F807005}" destId="{FB78C88A-2A5A-4880-85AC-BA3C10CACA9F}" srcOrd="1" destOrd="0" presId="urn:microsoft.com/office/officeart/2005/8/layout/orgChart1"/>
    <dgm:cxn modelId="{27DE2D11-6689-4A79-9BB3-F32E80D0EFBE}" type="presParOf" srcId="{C13030A3-8E53-423D-9A1A-786B6D3C0AD0}" destId="{6418EEE0-2E87-4EDC-8D36-D20154002289}" srcOrd="1" destOrd="0" presId="urn:microsoft.com/office/officeart/2005/8/layout/orgChart1"/>
    <dgm:cxn modelId="{BBEA7441-9F9E-422B-A2F1-E3233A2F00EC}" type="presParOf" srcId="{C13030A3-8E53-423D-9A1A-786B6D3C0AD0}" destId="{D98B7592-1399-48B9-A4A1-9089C450C727}" srcOrd="2" destOrd="0" presId="urn:microsoft.com/office/officeart/2005/8/layout/orgChart1"/>
    <dgm:cxn modelId="{714D6E82-6F9A-4F84-84BB-7D703A2FC70C}" type="presParOf" srcId="{61308DE7-26F4-4542-BE28-0CEF2763B820}" destId="{498C5AF9-43DC-47EB-8449-3ABB8409BDE9}" srcOrd="2" destOrd="0" presId="urn:microsoft.com/office/officeart/2005/8/layout/orgChart1"/>
    <dgm:cxn modelId="{67CD178A-DDB1-4605-84A8-817EC6F83385}" type="presParOf" srcId="{82C66E76-F00C-4BCC-8430-4753AAE74309}" destId="{3469DEE8-DC95-44D3-BAEA-7BE0454F68BF}" srcOrd="2" destOrd="0" presId="urn:microsoft.com/office/officeart/2005/8/layout/orgChart1"/>
    <dgm:cxn modelId="{88244590-EDED-4773-90C8-8716984AEAB9}" type="presParOf" srcId="{7693427B-43B5-4976-B99A-3C64366223E8}" destId="{1BB6E7A5-0C6E-4283-8EC2-0C4B099FE928}" srcOrd="4" destOrd="0" presId="urn:microsoft.com/office/officeart/2005/8/layout/orgChart1"/>
    <dgm:cxn modelId="{017C0FD1-208A-49F2-A264-A8752444F7CF}" type="presParOf" srcId="{7693427B-43B5-4976-B99A-3C64366223E8}" destId="{5B42899C-1554-41A7-84DD-F7B50E6ECD7D}" srcOrd="5" destOrd="0" presId="urn:microsoft.com/office/officeart/2005/8/layout/orgChart1"/>
    <dgm:cxn modelId="{A13D8FD4-EC70-4E8D-8215-20DD171665D4}" type="presParOf" srcId="{5B42899C-1554-41A7-84DD-F7B50E6ECD7D}" destId="{A53F74EB-A6DC-4084-900A-DA4651E14D7E}" srcOrd="0" destOrd="0" presId="urn:microsoft.com/office/officeart/2005/8/layout/orgChart1"/>
    <dgm:cxn modelId="{1747983B-8DBD-4C66-9DEC-BE6499ABAF62}" type="presParOf" srcId="{A53F74EB-A6DC-4084-900A-DA4651E14D7E}" destId="{2B662E84-9296-415C-8417-DE4AD22C7745}" srcOrd="0" destOrd="0" presId="urn:microsoft.com/office/officeart/2005/8/layout/orgChart1"/>
    <dgm:cxn modelId="{74A7F4D7-1983-4469-954A-F2B1D44EACDF}" type="presParOf" srcId="{A53F74EB-A6DC-4084-900A-DA4651E14D7E}" destId="{800693EF-51A3-4417-85A3-551CD28A3F29}" srcOrd="1" destOrd="0" presId="urn:microsoft.com/office/officeart/2005/8/layout/orgChart1"/>
    <dgm:cxn modelId="{9702B798-56DD-4A03-A7AA-B7AC0745C79A}" type="presParOf" srcId="{5B42899C-1554-41A7-84DD-F7B50E6ECD7D}" destId="{11D50F3D-B7CE-44A8-A55A-5E27616F57DE}" srcOrd="1" destOrd="0" presId="urn:microsoft.com/office/officeart/2005/8/layout/orgChart1"/>
    <dgm:cxn modelId="{6121B052-2B35-4FEE-B984-726CA41CA781}" type="presParOf" srcId="{11D50F3D-B7CE-44A8-A55A-5E27616F57DE}" destId="{B80DB8D4-64AA-4366-86BD-4F49BEA0C193}" srcOrd="0" destOrd="0" presId="urn:microsoft.com/office/officeart/2005/8/layout/orgChart1"/>
    <dgm:cxn modelId="{6F3DCD8F-E433-4755-A9F7-D21DFA74C594}" type="presParOf" srcId="{11D50F3D-B7CE-44A8-A55A-5E27616F57DE}" destId="{8714618E-0B7F-4F13-81D7-C453C5B11045}" srcOrd="1" destOrd="0" presId="urn:microsoft.com/office/officeart/2005/8/layout/orgChart1"/>
    <dgm:cxn modelId="{32C1A144-C5CC-43EB-8A5D-052FCC77EAE0}" type="presParOf" srcId="{8714618E-0B7F-4F13-81D7-C453C5B11045}" destId="{28ACC389-2099-4DF2-89AE-A3390129EB60}" srcOrd="0" destOrd="0" presId="urn:microsoft.com/office/officeart/2005/8/layout/orgChart1"/>
    <dgm:cxn modelId="{02DB0470-5A82-4F36-8C2D-C147D00F710E}" type="presParOf" srcId="{28ACC389-2099-4DF2-89AE-A3390129EB60}" destId="{B28BBDE2-9C8A-4EED-954D-4C38C7AA0E79}" srcOrd="0" destOrd="0" presId="urn:microsoft.com/office/officeart/2005/8/layout/orgChart1"/>
    <dgm:cxn modelId="{72E51525-24B7-485F-BC32-4C5E982C809B}" type="presParOf" srcId="{28ACC389-2099-4DF2-89AE-A3390129EB60}" destId="{6C79A0D8-59ED-4711-8829-9D4BC6908284}" srcOrd="1" destOrd="0" presId="urn:microsoft.com/office/officeart/2005/8/layout/orgChart1"/>
    <dgm:cxn modelId="{8714ADE6-E79E-499D-ACF7-A175925F8CFA}" type="presParOf" srcId="{8714618E-0B7F-4F13-81D7-C453C5B11045}" destId="{EAD8076E-E700-4F22-ABE2-41302DFE2E85}" srcOrd="1" destOrd="0" presId="urn:microsoft.com/office/officeart/2005/8/layout/orgChart1"/>
    <dgm:cxn modelId="{3C579733-12D2-4955-835B-8B7D9A3DE5D5}" type="presParOf" srcId="{EAD8076E-E700-4F22-ABE2-41302DFE2E85}" destId="{E144867B-10C7-4EB8-98DB-7F88EF9D652F}" srcOrd="0" destOrd="0" presId="urn:microsoft.com/office/officeart/2005/8/layout/orgChart1"/>
    <dgm:cxn modelId="{E7C3CC62-9856-40A0-90B7-FC02BC720A65}" type="presParOf" srcId="{EAD8076E-E700-4F22-ABE2-41302DFE2E85}" destId="{181528D7-21D9-4556-BEE8-4F6789C1BBE5}" srcOrd="1" destOrd="0" presId="urn:microsoft.com/office/officeart/2005/8/layout/orgChart1"/>
    <dgm:cxn modelId="{F5F3CDF3-E4FD-441F-AC3D-42805F65C13D}" type="presParOf" srcId="{181528D7-21D9-4556-BEE8-4F6789C1BBE5}" destId="{EFB23539-7F4D-424D-8A41-0D970B1E7228}" srcOrd="0" destOrd="0" presId="urn:microsoft.com/office/officeart/2005/8/layout/orgChart1"/>
    <dgm:cxn modelId="{45982DC0-0EEF-4E2C-88A9-F707008D63AD}" type="presParOf" srcId="{EFB23539-7F4D-424D-8A41-0D970B1E7228}" destId="{EF674AD1-6589-41E8-ADCC-9E1A26BDD246}" srcOrd="0" destOrd="0" presId="urn:microsoft.com/office/officeart/2005/8/layout/orgChart1"/>
    <dgm:cxn modelId="{26D7498A-A9D6-4F4C-AB83-1761C2785192}" type="presParOf" srcId="{EFB23539-7F4D-424D-8A41-0D970B1E7228}" destId="{81883FFB-2ED5-4468-A96D-B2B9102BBAE1}" srcOrd="1" destOrd="0" presId="urn:microsoft.com/office/officeart/2005/8/layout/orgChart1"/>
    <dgm:cxn modelId="{68C4EAC0-F2D1-4489-8D6F-A9A2A51F4402}" type="presParOf" srcId="{181528D7-21D9-4556-BEE8-4F6789C1BBE5}" destId="{527DA6FE-8078-499A-B104-8976016A6F25}" srcOrd="1" destOrd="0" presId="urn:microsoft.com/office/officeart/2005/8/layout/orgChart1"/>
    <dgm:cxn modelId="{683526DA-1D3B-4332-BA59-4E2F6B2D65C1}" type="presParOf" srcId="{181528D7-21D9-4556-BEE8-4F6789C1BBE5}" destId="{5B06951B-7010-4F07-80E3-2FA25EFD4885}" srcOrd="2" destOrd="0" presId="urn:microsoft.com/office/officeart/2005/8/layout/orgChart1"/>
    <dgm:cxn modelId="{421D96DB-0C58-4FA7-B8C1-DEF33C94810B}" type="presParOf" srcId="{8714618E-0B7F-4F13-81D7-C453C5B11045}" destId="{BA6EC7D7-CB5E-4E8B-A7C1-FE54AAE54CB3}" srcOrd="2" destOrd="0" presId="urn:microsoft.com/office/officeart/2005/8/layout/orgChart1"/>
    <dgm:cxn modelId="{40A585EC-B67C-4113-BF19-38A3A80146DF}" type="presParOf" srcId="{5B42899C-1554-41A7-84DD-F7B50E6ECD7D}" destId="{964567F6-0E16-40FF-B635-201A787EE937}" srcOrd="2" destOrd="0" presId="urn:microsoft.com/office/officeart/2005/8/layout/orgChart1"/>
    <dgm:cxn modelId="{D1485967-FC4F-4A4E-957C-A57BE47E0684}" type="presParOf" srcId="{D3E69ABE-3301-4476-B27A-599EE85C6E33}" destId="{5F8D597B-94EA-4E01-9998-26FDDF5FAD8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C3F88-59EE-4354-BC17-8F1F4D5EB7D5}">
      <dsp:nvSpPr>
        <dsp:cNvPr id="0" name=""/>
        <dsp:cNvSpPr/>
      </dsp:nvSpPr>
      <dsp:spPr>
        <a:xfrm rot="5400000">
          <a:off x="-129447" y="130058"/>
          <a:ext cx="862982" cy="604087"/>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0" kern="1200" baseline="0" dirty="0" smtClean="0"/>
            <a:t>Step 1</a:t>
          </a:r>
          <a:endParaRPr lang="en-US" sz="1800" b="0" kern="1200" baseline="0" dirty="0"/>
        </a:p>
      </dsp:txBody>
      <dsp:txXfrm rot="-5400000">
        <a:off x="1" y="302655"/>
        <a:ext cx="604087" cy="258895"/>
      </dsp:txXfrm>
    </dsp:sp>
    <dsp:sp modelId="{1B0B2B38-5DF0-49E5-A3F6-F1005E055D7C}">
      <dsp:nvSpPr>
        <dsp:cNvPr id="0" name=""/>
        <dsp:cNvSpPr/>
      </dsp:nvSpPr>
      <dsp:spPr>
        <a:xfrm rot="5400000">
          <a:off x="3421205" y="-2816506"/>
          <a:ext cx="560938" cy="619517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Wear full PPE when handling and transporting all waste.</a:t>
          </a:r>
          <a:endParaRPr lang="en-US" sz="1800" kern="1200" dirty="0"/>
        </a:p>
      </dsp:txBody>
      <dsp:txXfrm rot="-5400000">
        <a:off x="604088" y="27994"/>
        <a:ext cx="6167791" cy="506172"/>
      </dsp:txXfrm>
    </dsp:sp>
    <dsp:sp modelId="{5C4A0D6A-E3A3-4C3B-9374-F4194856DE55}">
      <dsp:nvSpPr>
        <dsp:cNvPr id="0" name=""/>
        <dsp:cNvSpPr/>
      </dsp:nvSpPr>
      <dsp:spPr>
        <a:xfrm rot="5400000">
          <a:off x="-129447" y="872460"/>
          <a:ext cx="862982" cy="604087"/>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Step 2</a:t>
          </a:r>
          <a:endParaRPr lang="en-US" sz="1800" kern="1200" dirty="0"/>
        </a:p>
      </dsp:txBody>
      <dsp:txXfrm rot="-5400000">
        <a:off x="1" y="1045057"/>
        <a:ext cx="604087" cy="258895"/>
      </dsp:txXfrm>
    </dsp:sp>
    <dsp:sp modelId="{CCFE1B3B-102E-431C-8DFE-512054FC5DD6}">
      <dsp:nvSpPr>
        <dsp:cNvPr id="0" name=""/>
        <dsp:cNvSpPr/>
      </dsp:nvSpPr>
      <dsp:spPr>
        <a:xfrm rot="5400000">
          <a:off x="3421205" y="-2074104"/>
          <a:ext cx="560938" cy="619517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Collect waste containers and transport to the storage area or treatment area for final disposal.</a:t>
          </a:r>
          <a:endParaRPr lang="en-US" sz="1800" kern="1200" dirty="0"/>
        </a:p>
      </dsp:txBody>
      <dsp:txXfrm rot="-5400000">
        <a:off x="604088" y="770396"/>
        <a:ext cx="6167791" cy="506172"/>
      </dsp:txXfrm>
    </dsp:sp>
    <dsp:sp modelId="{2C3A2980-AAA4-487D-A96E-9C5682A65938}">
      <dsp:nvSpPr>
        <dsp:cNvPr id="0" name=""/>
        <dsp:cNvSpPr/>
      </dsp:nvSpPr>
      <dsp:spPr>
        <a:xfrm rot="5400000">
          <a:off x="-129447" y="1614862"/>
          <a:ext cx="862982" cy="604087"/>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Step 3</a:t>
          </a:r>
          <a:endParaRPr lang="en-US" sz="1800" kern="1200" dirty="0"/>
        </a:p>
      </dsp:txBody>
      <dsp:txXfrm rot="-5400000">
        <a:off x="1" y="1787459"/>
        <a:ext cx="604087" cy="258895"/>
      </dsp:txXfrm>
    </dsp:sp>
    <dsp:sp modelId="{D0BA0CB1-F77D-43C8-930E-247DF07B2D92}">
      <dsp:nvSpPr>
        <dsp:cNvPr id="0" name=""/>
        <dsp:cNvSpPr/>
      </dsp:nvSpPr>
      <dsp:spPr>
        <a:xfrm rot="5400000">
          <a:off x="3421205" y="-1331703"/>
          <a:ext cx="560938" cy="619517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Clean  and disinfect infectious-waste containers each time they are emptied </a:t>
          </a:r>
          <a:endParaRPr lang="en-US" sz="1800" kern="1200" dirty="0"/>
        </a:p>
      </dsp:txBody>
      <dsp:txXfrm rot="-5400000">
        <a:off x="604088" y="1512797"/>
        <a:ext cx="6167791" cy="506172"/>
      </dsp:txXfrm>
    </dsp:sp>
    <dsp:sp modelId="{1FAA6414-4D1D-4328-AAE9-8477E85864C3}">
      <dsp:nvSpPr>
        <dsp:cNvPr id="0" name=""/>
        <dsp:cNvSpPr/>
      </dsp:nvSpPr>
      <dsp:spPr>
        <a:xfrm rot="5400000">
          <a:off x="-129447" y="2357264"/>
          <a:ext cx="862982" cy="604087"/>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Step 4</a:t>
          </a:r>
          <a:endParaRPr lang="en-US" sz="1800" kern="1200" dirty="0"/>
        </a:p>
      </dsp:txBody>
      <dsp:txXfrm rot="-5400000">
        <a:off x="1" y="2529861"/>
        <a:ext cx="604087" cy="258895"/>
      </dsp:txXfrm>
    </dsp:sp>
    <dsp:sp modelId="{8126A2D7-E521-4EC5-8F21-3FEF1744D7C1}">
      <dsp:nvSpPr>
        <dsp:cNvPr id="0" name=""/>
        <dsp:cNvSpPr/>
      </dsp:nvSpPr>
      <dsp:spPr>
        <a:xfrm rot="5400000">
          <a:off x="3421205" y="-589301"/>
          <a:ext cx="560938" cy="619517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t>Remove utility gloves and perform hand hygiene after handling wastes</a:t>
          </a:r>
          <a:endParaRPr lang="en-US" sz="1800" kern="1200"/>
        </a:p>
      </dsp:txBody>
      <dsp:txXfrm rot="-5400000">
        <a:off x="604088" y="2255199"/>
        <a:ext cx="6167791" cy="506172"/>
      </dsp:txXfrm>
    </dsp:sp>
    <dsp:sp modelId="{C458671A-2D20-46A9-AE20-E0EF2552C7B3}">
      <dsp:nvSpPr>
        <dsp:cNvPr id="0" name=""/>
        <dsp:cNvSpPr/>
      </dsp:nvSpPr>
      <dsp:spPr>
        <a:xfrm rot="5400000">
          <a:off x="-129447" y="3099665"/>
          <a:ext cx="862982" cy="604087"/>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Step 5</a:t>
          </a:r>
          <a:endParaRPr lang="en-US" sz="1800" kern="1200" dirty="0"/>
        </a:p>
      </dsp:txBody>
      <dsp:txXfrm rot="-5400000">
        <a:off x="1" y="3272262"/>
        <a:ext cx="604087" cy="258895"/>
      </dsp:txXfrm>
    </dsp:sp>
    <dsp:sp modelId="{31661A07-9E65-42E4-BA68-D5BB420F9F36}">
      <dsp:nvSpPr>
        <dsp:cNvPr id="0" name=""/>
        <dsp:cNvSpPr/>
      </dsp:nvSpPr>
      <dsp:spPr>
        <a:xfrm rot="5400000">
          <a:off x="3421205" y="153100"/>
          <a:ext cx="560938" cy="619517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smtClean="0"/>
            <a:t>Wash and dry gloves </a:t>
          </a:r>
          <a:endParaRPr lang="en-US" sz="1800" kern="1200"/>
        </a:p>
      </dsp:txBody>
      <dsp:txXfrm rot="-5400000">
        <a:off x="604088" y="2997601"/>
        <a:ext cx="6167791" cy="506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80DA6-E53D-4530-BF77-36B76854BA8E}">
      <dsp:nvSpPr>
        <dsp:cNvPr id="0" name=""/>
        <dsp:cNvSpPr/>
      </dsp:nvSpPr>
      <dsp:spPr>
        <a:xfrm>
          <a:off x="3848099" y="1389131"/>
          <a:ext cx="2759001" cy="234882"/>
        </a:xfrm>
        <a:custGeom>
          <a:avLst/>
          <a:gdLst/>
          <a:ahLst/>
          <a:cxnLst/>
          <a:rect l="0" t="0" r="0" b="0"/>
          <a:pathLst>
            <a:path>
              <a:moveTo>
                <a:pt x="0" y="0"/>
              </a:moveTo>
              <a:lnTo>
                <a:pt x="0" y="114412"/>
              </a:lnTo>
              <a:lnTo>
                <a:pt x="2759001" y="114412"/>
              </a:lnTo>
              <a:lnTo>
                <a:pt x="2759001" y="234882"/>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8C8392-C1DD-436A-AFE0-40579E22392A}">
      <dsp:nvSpPr>
        <dsp:cNvPr id="0" name=""/>
        <dsp:cNvSpPr/>
      </dsp:nvSpPr>
      <dsp:spPr>
        <a:xfrm>
          <a:off x="2947761" y="3035880"/>
          <a:ext cx="1333067" cy="170368"/>
        </a:xfrm>
        <a:custGeom>
          <a:avLst/>
          <a:gdLst/>
          <a:ahLst/>
          <a:cxnLst/>
          <a:rect l="0" t="0" r="0" b="0"/>
          <a:pathLst>
            <a:path>
              <a:moveTo>
                <a:pt x="0" y="0"/>
              </a:moveTo>
              <a:lnTo>
                <a:pt x="0" y="170368"/>
              </a:lnTo>
              <a:lnTo>
                <a:pt x="1333067" y="170368"/>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43336D-C5CA-43A9-92C0-D56012E58920}">
      <dsp:nvSpPr>
        <dsp:cNvPr id="0" name=""/>
        <dsp:cNvSpPr/>
      </dsp:nvSpPr>
      <dsp:spPr>
        <a:xfrm>
          <a:off x="3406696" y="2203740"/>
          <a:ext cx="903252" cy="258472"/>
        </a:xfrm>
        <a:custGeom>
          <a:avLst/>
          <a:gdLst/>
          <a:ahLst/>
          <a:cxnLst/>
          <a:rect l="0" t="0" r="0" b="0"/>
          <a:pathLst>
            <a:path>
              <a:moveTo>
                <a:pt x="903252" y="0"/>
              </a:moveTo>
              <a:lnTo>
                <a:pt x="903252" y="138001"/>
              </a:lnTo>
              <a:lnTo>
                <a:pt x="0" y="138001"/>
              </a:lnTo>
              <a:lnTo>
                <a:pt x="0" y="258472"/>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597806-6801-4E61-B642-C2BCF11190EE}">
      <dsp:nvSpPr>
        <dsp:cNvPr id="0" name=""/>
        <dsp:cNvSpPr/>
      </dsp:nvSpPr>
      <dsp:spPr>
        <a:xfrm>
          <a:off x="3848099" y="1389131"/>
          <a:ext cx="461849" cy="240940"/>
        </a:xfrm>
        <a:custGeom>
          <a:avLst/>
          <a:gdLst/>
          <a:ahLst/>
          <a:cxnLst/>
          <a:rect l="0" t="0" r="0" b="0"/>
          <a:pathLst>
            <a:path>
              <a:moveTo>
                <a:pt x="0" y="0"/>
              </a:moveTo>
              <a:lnTo>
                <a:pt x="0" y="120470"/>
              </a:lnTo>
              <a:lnTo>
                <a:pt x="461849" y="120470"/>
              </a:lnTo>
              <a:lnTo>
                <a:pt x="461849" y="24094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9B4FCD-78DF-4455-8150-512926601D19}">
      <dsp:nvSpPr>
        <dsp:cNvPr id="0" name=""/>
        <dsp:cNvSpPr/>
      </dsp:nvSpPr>
      <dsp:spPr>
        <a:xfrm>
          <a:off x="207103" y="2197682"/>
          <a:ext cx="543588" cy="703765"/>
        </a:xfrm>
        <a:custGeom>
          <a:avLst/>
          <a:gdLst/>
          <a:ahLst/>
          <a:cxnLst/>
          <a:rect l="0" t="0" r="0" b="0"/>
          <a:pathLst>
            <a:path>
              <a:moveTo>
                <a:pt x="0" y="0"/>
              </a:moveTo>
              <a:lnTo>
                <a:pt x="0" y="703765"/>
              </a:lnTo>
              <a:lnTo>
                <a:pt x="543588" y="703765"/>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65CD5-00E7-4FF0-AD68-CBCB3DB826C7}">
      <dsp:nvSpPr>
        <dsp:cNvPr id="0" name=""/>
        <dsp:cNvSpPr/>
      </dsp:nvSpPr>
      <dsp:spPr>
        <a:xfrm>
          <a:off x="1035517" y="1389131"/>
          <a:ext cx="2812582" cy="234882"/>
        </a:xfrm>
        <a:custGeom>
          <a:avLst/>
          <a:gdLst/>
          <a:ahLst/>
          <a:cxnLst/>
          <a:rect l="0" t="0" r="0" b="0"/>
          <a:pathLst>
            <a:path>
              <a:moveTo>
                <a:pt x="2812582" y="0"/>
              </a:moveTo>
              <a:lnTo>
                <a:pt x="2812582" y="114412"/>
              </a:lnTo>
              <a:lnTo>
                <a:pt x="0" y="114412"/>
              </a:lnTo>
              <a:lnTo>
                <a:pt x="0" y="234882"/>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904D42-FDD8-4CCF-AFDE-28E6B63559FC}">
      <dsp:nvSpPr>
        <dsp:cNvPr id="0" name=""/>
        <dsp:cNvSpPr/>
      </dsp:nvSpPr>
      <dsp:spPr>
        <a:xfrm>
          <a:off x="3246838" y="597479"/>
          <a:ext cx="601261" cy="217982"/>
        </a:xfrm>
        <a:custGeom>
          <a:avLst/>
          <a:gdLst/>
          <a:ahLst/>
          <a:cxnLst/>
          <a:rect l="0" t="0" r="0" b="0"/>
          <a:pathLst>
            <a:path>
              <a:moveTo>
                <a:pt x="0" y="0"/>
              </a:moveTo>
              <a:lnTo>
                <a:pt x="0" y="97512"/>
              </a:lnTo>
              <a:lnTo>
                <a:pt x="601261" y="97512"/>
              </a:lnTo>
              <a:lnTo>
                <a:pt x="601261" y="217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4B1716-AF85-403E-A243-609CE61C33A9}">
      <dsp:nvSpPr>
        <dsp:cNvPr id="0" name=""/>
        <dsp:cNvSpPr/>
      </dsp:nvSpPr>
      <dsp:spPr>
        <a:xfrm>
          <a:off x="2459822" y="597479"/>
          <a:ext cx="787015" cy="217982"/>
        </a:xfrm>
        <a:custGeom>
          <a:avLst/>
          <a:gdLst/>
          <a:ahLst/>
          <a:cxnLst/>
          <a:rect l="0" t="0" r="0" b="0"/>
          <a:pathLst>
            <a:path>
              <a:moveTo>
                <a:pt x="787015" y="0"/>
              </a:moveTo>
              <a:lnTo>
                <a:pt x="787015" y="97512"/>
              </a:lnTo>
              <a:lnTo>
                <a:pt x="0" y="97512"/>
              </a:lnTo>
              <a:lnTo>
                <a:pt x="0" y="217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F90840-E732-4D5C-A2E1-0AAB7A4F6BB5}">
      <dsp:nvSpPr>
        <dsp:cNvPr id="0" name=""/>
        <dsp:cNvSpPr/>
      </dsp:nvSpPr>
      <dsp:spPr>
        <a:xfrm>
          <a:off x="2438395" y="23811"/>
          <a:ext cx="1616884" cy="573668"/>
        </a:xfrm>
        <a:prstGeom prst="rect">
          <a:avLst/>
        </a:prstGeom>
        <a:solidFill>
          <a:schemeClr val="accent3"/>
        </a:solidFill>
        <a:ln w="15875" cap="rnd" cmpd="sng" algn="ctr">
          <a:solidFill>
            <a:schemeClr val="accent3">
              <a:shade val="50000"/>
            </a:schemeClr>
          </a:solidFill>
          <a:prstDash val="solid"/>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Healthcare Waste</a:t>
          </a:r>
          <a:endParaRPr lang="en-US" sz="1800" b="1" kern="1200" dirty="0"/>
        </a:p>
      </dsp:txBody>
      <dsp:txXfrm>
        <a:off x="2438395" y="23811"/>
        <a:ext cx="1616884" cy="573668"/>
      </dsp:txXfrm>
    </dsp:sp>
    <dsp:sp modelId="{9E60DA16-C1BB-4A81-9A5C-73ACD12DB19F}">
      <dsp:nvSpPr>
        <dsp:cNvPr id="0" name=""/>
        <dsp:cNvSpPr/>
      </dsp:nvSpPr>
      <dsp:spPr>
        <a:xfrm>
          <a:off x="1886153" y="815462"/>
          <a:ext cx="1147336" cy="573668"/>
        </a:xfrm>
        <a:prstGeom prst="rect">
          <a:avLst/>
        </a:prstGeom>
        <a:solidFill>
          <a:schemeClr val="accent5"/>
        </a:solidFill>
        <a:ln w="15875" cap="rnd"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1" kern="1200" dirty="0" smtClean="0"/>
            <a:t>Hazardous</a:t>
          </a:r>
          <a:endParaRPr lang="en-US" sz="1700" b="1" kern="1200" dirty="0"/>
        </a:p>
      </dsp:txBody>
      <dsp:txXfrm>
        <a:off x="1886153" y="815462"/>
        <a:ext cx="1147336" cy="573668"/>
      </dsp:txXfrm>
    </dsp:sp>
    <dsp:sp modelId="{6F0708CD-8EA3-46D5-9BC6-B49AA98A32A2}">
      <dsp:nvSpPr>
        <dsp:cNvPr id="0" name=""/>
        <dsp:cNvSpPr/>
      </dsp:nvSpPr>
      <dsp:spPr>
        <a:xfrm>
          <a:off x="3274431" y="815462"/>
          <a:ext cx="1147336"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1" kern="1200" dirty="0" smtClean="0"/>
            <a:t>Non Hazardous</a:t>
          </a:r>
          <a:endParaRPr lang="en-US" sz="1700" b="1" kern="1200" dirty="0"/>
        </a:p>
      </dsp:txBody>
      <dsp:txXfrm>
        <a:off x="3274431" y="815462"/>
        <a:ext cx="1147336" cy="573668"/>
      </dsp:txXfrm>
    </dsp:sp>
    <dsp:sp modelId="{CAAE4564-D4D7-4D96-816C-B86881369D44}">
      <dsp:nvSpPr>
        <dsp:cNvPr id="0" name=""/>
        <dsp:cNvSpPr/>
      </dsp:nvSpPr>
      <dsp:spPr>
        <a:xfrm>
          <a:off x="0" y="1624013"/>
          <a:ext cx="2071034"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1" kern="1200" dirty="0" smtClean="0"/>
            <a:t>Biodegradable   (Kitchen, Landscape</a:t>
          </a:r>
          <a:r>
            <a:rPr lang="en-US" sz="1700" kern="1200" dirty="0" smtClean="0"/>
            <a:t>)</a:t>
          </a:r>
          <a:endParaRPr lang="en-US" sz="1700" kern="1200" dirty="0"/>
        </a:p>
      </dsp:txBody>
      <dsp:txXfrm>
        <a:off x="0" y="1624013"/>
        <a:ext cx="2071034" cy="573668"/>
      </dsp:txXfrm>
    </dsp:sp>
    <dsp:sp modelId="{5513C0C5-DD6C-4E5C-85D7-2D145EB372D7}">
      <dsp:nvSpPr>
        <dsp:cNvPr id="0" name=""/>
        <dsp:cNvSpPr/>
      </dsp:nvSpPr>
      <dsp:spPr>
        <a:xfrm>
          <a:off x="750691" y="2614613"/>
          <a:ext cx="1147336"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smtClean="0"/>
            <a:t>To Compost</a:t>
          </a:r>
          <a:endParaRPr lang="en-US" sz="2000" b="1" kern="1200" dirty="0"/>
        </a:p>
      </dsp:txBody>
      <dsp:txXfrm>
        <a:off x="750691" y="2614613"/>
        <a:ext cx="1147336" cy="573668"/>
      </dsp:txXfrm>
    </dsp:sp>
    <dsp:sp modelId="{3047D493-522B-4805-8F0D-C8649526B757}">
      <dsp:nvSpPr>
        <dsp:cNvPr id="0" name=""/>
        <dsp:cNvSpPr/>
      </dsp:nvSpPr>
      <dsp:spPr>
        <a:xfrm>
          <a:off x="3736280" y="1630071"/>
          <a:ext cx="1147336"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1" kern="1200" dirty="0" smtClean="0"/>
            <a:t>Inorganic </a:t>
          </a:r>
          <a:endParaRPr lang="en-US" sz="1700" b="1" kern="1200" dirty="0"/>
        </a:p>
      </dsp:txBody>
      <dsp:txXfrm>
        <a:off x="3736280" y="1630071"/>
        <a:ext cx="1147336" cy="573668"/>
      </dsp:txXfrm>
    </dsp:sp>
    <dsp:sp modelId="{8DFC7135-2C5F-4552-8B0E-5E7D9A27D35B}">
      <dsp:nvSpPr>
        <dsp:cNvPr id="0" name=""/>
        <dsp:cNvSpPr/>
      </dsp:nvSpPr>
      <dsp:spPr>
        <a:xfrm>
          <a:off x="2833028" y="2462212"/>
          <a:ext cx="1147336"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1" kern="1200" dirty="0" smtClean="0"/>
            <a:t>Recyclable </a:t>
          </a:r>
          <a:endParaRPr lang="en-US" sz="1700" b="1" kern="1200" dirty="0"/>
        </a:p>
      </dsp:txBody>
      <dsp:txXfrm>
        <a:off x="2833028" y="2462212"/>
        <a:ext cx="1147336" cy="573668"/>
      </dsp:txXfrm>
    </dsp:sp>
    <dsp:sp modelId="{53C5EF59-185D-4F6D-9A40-568FC84E038B}">
      <dsp:nvSpPr>
        <dsp:cNvPr id="0" name=""/>
        <dsp:cNvSpPr/>
      </dsp:nvSpPr>
      <dsp:spPr>
        <a:xfrm>
          <a:off x="4280829" y="2919414"/>
          <a:ext cx="1147336"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1" kern="1200" dirty="0" smtClean="0"/>
            <a:t>To Market</a:t>
          </a:r>
          <a:endParaRPr lang="en-US" sz="1700" b="1" kern="1200" dirty="0"/>
        </a:p>
      </dsp:txBody>
      <dsp:txXfrm>
        <a:off x="4280829" y="2919414"/>
        <a:ext cx="1147336" cy="573668"/>
      </dsp:txXfrm>
    </dsp:sp>
    <dsp:sp modelId="{73E64412-C82D-4654-80B6-223C3BDE261E}">
      <dsp:nvSpPr>
        <dsp:cNvPr id="0" name=""/>
        <dsp:cNvSpPr/>
      </dsp:nvSpPr>
      <dsp:spPr>
        <a:xfrm>
          <a:off x="6033432" y="1624013"/>
          <a:ext cx="1147336" cy="57366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smtClean="0"/>
            <a:t>Other</a:t>
          </a:r>
          <a:endParaRPr lang="en-US" sz="2000" b="1" kern="1200" dirty="0"/>
        </a:p>
      </dsp:txBody>
      <dsp:txXfrm>
        <a:off x="6033432" y="1624013"/>
        <a:ext cx="1147336" cy="5736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F2E86F-FA33-4975-8149-68F58D6B742D}">
      <dsp:nvSpPr>
        <dsp:cNvPr id="0" name=""/>
        <dsp:cNvSpPr/>
      </dsp:nvSpPr>
      <dsp:spPr>
        <a:xfrm>
          <a:off x="5579435" y="1799090"/>
          <a:ext cx="1221909" cy="311830"/>
        </a:xfrm>
        <a:custGeom>
          <a:avLst/>
          <a:gdLst/>
          <a:ahLst/>
          <a:cxnLst/>
          <a:rect l="0" t="0" r="0" b="0"/>
          <a:pathLst>
            <a:path>
              <a:moveTo>
                <a:pt x="0" y="0"/>
              </a:moveTo>
              <a:lnTo>
                <a:pt x="0" y="155915"/>
              </a:lnTo>
              <a:lnTo>
                <a:pt x="1221909" y="155915"/>
              </a:lnTo>
              <a:lnTo>
                <a:pt x="1221909" y="31183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45A53A-C656-4F68-B8CB-1E407CDA312D}">
      <dsp:nvSpPr>
        <dsp:cNvPr id="0" name=""/>
        <dsp:cNvSpPr/>
      </dsp:nvSpPr>
      <dsp:spPr>
        <a:xfrm>
          <a:off x="3271990" y="2853376"/>
          <a:ext cx="557349" cy="642052"/>
        </a:xfrm>
        <a:custGeom>
          <a:avLst/>
          <a:gdLst/>
          <a:ahLst/>
          <a:cxnLst/>
          <a:rect l="0" t="0" r="0" b="0"/>
          <a:pathLst>
            <a:path>
              <a:moveTo>
                <a:pt x="0" y="0"/>
              </a:moveTo>
              <a:lnTo>
                <a:pt x="0" y="642052"/>
              </a:lnTo>
              <a:lnTo>
                <a:pt x="557349" y="642052"/>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8C1BED-5B6F-4ABE-A482-1EA2C9C6882C}">
      <dsp:nvSpPr>
        <dsp:cNvPr id="0" name=""/>
        <dsp:cNvSpPr/>
      </dsp:nvSpPr>
      <dsp:spPr>
        <a:xfrm>
          <a:off x="3967611" y="1799090"/>
          <a:ext cx="1611824" cy="311830"/>
        </a:xfrm>
        <a:custGeom>
          <a:avLst/>
          <a:gdLst/>
          <a:ahLst/>
          <a:cxnLst/>
          <a:rect l="0" t="0" r="0" b="0"/>
          <a:pathLst>
            <a:path>
              <a:moveTo>
                <a:pt x="1611824" y="0"/>
              </a:moveTo>
              <a:lnTo>
                <a:pt x="1611824" y="155915"/>
              </a:lnTo>
              <a:lnTo>
                <a:pt x="0" y="155915"/>
              </a:lnTo>
              <a:lnTo>
                <a:pt x="0" y="31183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51DE6F-5AAF-41D4-BB94-DD6A2882B66B}">
      <dsp:nvSpPr>
        <dsp:cNvPr id="0" name=""/>
        <dsp:cNvSpPr/>
      </dsp:nvSpPr>
      <dsp:spPr>
        <a:xfrm>
          <a:off x="3470545" y="744804"/>
          <a:ext cx="2108890" cy="311830"/>
        </a:xfrm>
        <a:custGeom>
          <a:avLst/>
          <a:gdLst/>
          <a:ahLst/>
          <a:cxnLst/>
          <a:rect l="0" t="0" r="0" b="0"/>
          <a:pathLst>
            <a:path>
              <a:moveTo>
                <a:pt x="0" y="0"/>
              </a:moveTo>
              <a:lnTo>
                <a:pt x="0" y="155915"/>
              </a:lnTo>
              <a:lnTo>
                <a:pt x="2108890" y="155915"/>
              </a:lnTo>
              <a:lnTo>
                <a:pt x="2108890" y="31183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D06642-6787-4E11-8EEE-2462E74044BC}">
      <dsp:nvSpPr>
        <dsp:cNvPr id="0" name=""/>
        <dsp:cNvSpPr/>
      </dsp:nvSpPr>
      <dsp:spPr>
        <a:xfrm>
          <a:off x="1023889" y="744804"/>
          <a:ext cx="2446655" cy="310954"/>
        </a:xfrm>
        <a:custGeom>
          <a:avLst/>
          <a:gdLst/>
          <a:ahLst/>
          <a:cxnLst/>
          <a:rect l="0" t="0" r="0" b="0"/>
          <a:pathLst>
            <a:path>
              <a:moveTo>
                <a:pt x="2446655" y="0"/>
              </a:moveTo>
              <a:lnTo>
                <a:pt x="2446655" y="155039"/>
              </a:lnTo>
              <a:lnTo>
                <a:pt x="0" y="155039"/>
              </a:lnTo>
              <a:lnTo>
                <a:pt x="0" y="31095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A783F0-4E7E-48A6-809C-C9F2E0638E05}">
      <dsp:nvSpPr>
        <dsp:cNvPr id="0" name=""/>
        <dsp:cNvSpPr/>
      </dsp:nvSpPr>
      <dsp:spPr>
        <a:xfrm>
          <a:off x="2558907" y="2350"/>
          <a:ext cx="1823275" cy="742454"/>
        </a:xfrm>
        <a:prstGeom prst="rect">
          <a:avLst/>
        </a:prstGeom>
        <a:solidFill>
          <a:schemeClr val="accent5"/>
        </a:solidFill>
        <a:ln w="15875" cap="rnd"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Hazardous</a:t>
          </a:r>
          <a:endParaRPr lang="en-US" sz="1800" b="1" kern="1200" dirty="0"/>
        </a:p>
      </dsp:txBody>
      <dsp:txXfrm>
        <a:off x="2558907" y="2350"/>
        <a:ext cx="1823275" cy="742454"/>
      </dsp:txXfrm>
    </dsp:sp>
    <dsp:sp modelId="{359D82EA-55E7-4A45-BB0A-CA0E20D08FF1}">
      <dsp:nvSpPr>
        <dsp:cNvPr id="0" name=""/>
        <dsp:cNvSpPr/>
      </dsp:nvSpPr>
      <dsp:spPr>
        <a:xfrm>
          <a:off x="85723" y="1055759"/>
          <a:ext cx="1876331" cy="1677405"/>
        </a:xfrm>
        <a:prstGeom prst="rect">
          <a:avLst/>
        </a:prstGeom>
        <a:blipFill rotWithShape="1">
          <a:blip xmlns:r="http://schemas.openxmlformats.org/officeDocument/2006/relationships" r:embed="rId1">
            <a:duotone>
              <a:schemeClr val="dk1">
                <a:shade val="74000"/>
                <a:satMod val="130000"/>
                <a:lumMod val="90000"/>
              </a:schemeClr>
              <a:schemeClr val="dk1">
                <a:tint val="94000"/>
                <a:satMod val="120000"/>
                <a:lumMod val="104000"/>
              </a:schemeClr>
            </a:duotone>
          </a:blip>
          <a:tile tx="0" ty="0" sx="100000" sy="100000" flip="none" algn="tl"/>
        </a:blipFill>
        <a:ln>
          <a:noFill/>
        </a:ln>
        <a:effectLst>
          <a:outerShdw blurRad="38100" dist="25400" dir="5400000" rotWithShape="0">
            <a:srgbClr val="000000">
              <a:alpha val="60000"/>
            </a:srgbClr>
          </a:outerShdw>
        </a:effectLst>
      </dsp:spPr>
      <dsp:style>
        <a:lnRef idx="0">
          <a:schemeClr val="dk1"/>
        </a:lnRef>
        <a:fillRef idx="3">
          <a:schemeClr val="dk1"/>
        </a:fillRef>
        <a:effectRef idx="3">
          <a:schemeClr val="dk1"/>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u="sng" kern="1200" dirty="0" smtClean="0"/>
            <a:t>Hazardous</a:t>
          </a:r>
          <a:r>
            <a:rPr lang="en-US" sz="1800" b="1" kern="1200" dirty="0" smtClean="0"/>
            <a:t>  </a:t>
          </a:r>
          <a:r>
            <a:rPr lang="en-US" sz="1700" kern="1200" dirty="0" smtClean="0"/>
            <a:t>Cytotoxic drug, toxic chemicals, radioactive waste stored in cement tanks until half life</a:t>
          </a:r>
          <a:endParaRPr lang="en-US" sz="1700" kern="1200" dirty="0"/>
        </a:p>
      </dsp:txBody>
      <dsp:txXfrm>
        <a:off x="85723" y="1055759"/>
        <a:ext cx="1876331" cy="1677405"/>
      </dsp:txXfrm>
    </dsp:sp>
    <dsp:sp modelId="{DE4284CA-D919-4B2B-BB13-4DF73CF4AAA4}">
      <dsp:nvSpPr>
        <dsp:cNvPr id="0" name=""/>
        <dsp:cNvSpPr/>
      </dsp:nvSpPr>
      <dsp:spPr>
        <a:xfrm>
          <a:off x="4414249" y="1056635"/>
          <a:ext cx="2330372" cy="742454"/>
        </a:xfrm>
        <a:prstGeom prst="rect">
          <a:avLst/>
        </a:prstGeom>
        <a:blipFill rotWithShape="1">
          <a:blip xmlns:r="http://schemas.openxmlformats.org/officeDocument/2006/relationships" r:embed="rId1">
            <a:duotone>
              <a:schemeClr val="accent1">
                <a:shade val="74000"/>
                <a:satMod val="130000"/>
                <a:lumMod val="90000"/>
              </a:schemeClr>
              <a:schemeClr val="accent1">
                <a:tint val="94000"/>
                <a:satMod val="120000"/>
                <a:lumMod val="104000"/>
              </a:schemeClr>
            </a:duotone>
          </a:blip>
          <a:tile tx="0" ty="0" sx="100000" sy="100000" flip="none" algn="tl"/>
        </a:blipFill>
        <a:ln w="9525" cap="rnd" cmpd="sng" algn="ctr">
          <a:solidFill>
            <a:schemeClr val="accent1"/>
          </a:solidFill>
          <a:prstDash val="solid"/>
        </a:ln>
        <a:effectLst>
          <a:innerShdw blurRad="25400" dist="12700" dir="13500000">
            <a:srgbClr val="000000">
              <a:alpha val="45000"/>
            </a:srgbClr>
          </a:innerShdw>
        </a:effectLst>
      </dsp:spPr>
      <dsp:style>
        <a:lnRef idx="1">
          <a:schemeClr val="accent1"/>
        </a:lnRef>
        <a:fillRef idx="3">
          <a:schemeClr val="accent1"/>
        </a:fillRef>
        <a:effectRef idx="2">
          <a:schemeClr val="accent1"/>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Clinical Waste </a:t>
          </a:r>
          <a:r>
            <a:rPr lang="en-US" sz="1700" kern="1200" dirty="0" smtClean="0"/>
            <a:t>(Infectious Waste)</a:t>
          </a:r>
          <a:endParaRPr lang="en-US" sz="1700" kern="1200" dirty="0"/>
        </a:p>
      </dsp:txBody>
      <dsp:txXfrm>
        <a:off x="4414249" y="1056635"/>
        <a:ext cx="2330372" cy="742454"/>
      </dsp:txXfrm>
    </dsp:sp>
    <dsp:sp modelId="{EDBCBD62-BA00-4E72-88D6-B67FE04EF482}">
      <dsp:nvSpPr>
        <dsp:cNvPr id="0" name=""/>
        <dsp:cNvSpPr/>
      </dsp:nvSpPr>
      <dsp:spPr>
        <a:xfrm>
          <a:off x="3098085" y="2110921"/>
          <a:ext cx="1739051" cy="742454"/>
        </a:xfrm>
        <a:prstGeom prst="rect">
          <a:avLst/>
        </a:prstGeom>
        <a:blipFill rotWithShape="1">
          <a:blip xmlns:r="http://schemas.openxmlformats.org/officeDocument/2006/relationships" r:embed="rId1">
            <a:duotone>
              <a:schemeClr val="accent1">
                <a:shade val="74000"/>
                <a:satMod val="130000"/>
                <a:lumMod val="90000"/>
              </a:schemeClr>
              <a:schemeClr val="accent1">
                <a:tint val="94000"/>
                <a:satMod val="120000"/>
                <a:lumMod val="104000"/>
              </a:schemeClr>
            </a:duotone>
          </a:blip>
          <a:tile tx="0" ty="0" sx="100000" sy="100000" flip="none" algn="tl"/>
        </a:blipFill>
        <a:ln w="9525" cap="rnd" cmpd="sng" algn="ctr">
          <a:solidFill>
            <a:schemeClr val="accent1"/>
          </a:solidFill>
          <a:prstDash val="solid"/>
        </a:ln>
        <a:effectLst>
          <a:innerShdw blurRad="25400" dist="12700" dir="13500000">
            <a:srgbClr val="000000">
              <a:alpha val="45000"/>
            </a:srgbClr>
          </a:innerShdw>
        </a:effectLst>
      </dsp:spPr>
      <dsp:style>
        <a:lnRef idx="1">
          <a:schemeClr val="accent1"/>
        </a:lnRef>
        <a:fillRef idx="3">
          <a:schemeClr val="accent1"/>
        </a:fillRef>
        <a:effectRef idx="2">
          <a:schemeClr val="accent1"/>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Sharps</a:t>
          </a:r>
          <a:endParaRPr lang="en-US" sz="1800" b="1" kern="1200" dirty="0"/>
        </a:p>
      </dsp:txBody>
      <dsp:txXfrm>
        <a:off x="3098085" y="2110921"/>
        <a:ext cx="1739051" cy="742454"/>
      </dsp:txXfrm>
    </dsp:sp>
    <dsp:sp modelId="{95459EBC-41E6-40D0-862C-7EF3A1FD78EC}">
      <dsp:nvSpPr>
        <dsp:cNvPr id="0" name=""/>
        <dsp:cNvSpPr/>
      </dsp:nvSpPr>
      <dsp:spPr>
        <a:xfrm>
          <a:off x="3829340" y="3124201"/>
          <a:ext cx="2201808" cy="742454"/>
        </a:xfrm>
        <a:prstGeom prst="rect">
          <a:avLst/>
        </a:prstGeom>
        <a:blipFill rotWithShape="1">
          <a:blip xmlns:r="http://schemas.openxmlformats.org/officeDocument/2006/relationships" r:embed="rId1">
            <a:duotone>
              <a:schemeClr val="accent1">
                <a:shade val="74000"/>
                <a:satMod val="130000"/>
                <a:lumMod val="90000"/>
              </a:schemeClr>
              <a:schemeClr val="accent1">
                <a:tint val="94000"/>
                <a:satMod val="120000"/>
                <a:lumMod val="104000"/>
              </a:schemeClr>
            </a:duotone>
          </a:blip>
          <a:tile tx="0" ty="0" sx="100000" sy="100000" flip="none" algn="tl"/>
        </a:blipFill>
        <a:ln w="9525" cap="rnd" cmpd="sng" algn="ctr">
          <a:solidFill>
            <a:schemeClr val="accent1"/>
          </a:solidFill>
          <a:prstDash val="solid"/>
        </a:ln>
        <a:effectLst>
          <a:innerShdw blurRad="25400" dist="12700" dir="13500000">
            <a:srgbClr val="000000">
              <a:alpha val="45000"/>
            </a:srgbClr>
          </a:innerShdw>
        </a:effectLst>
      </dsp:spPr>
      <dsp:style>
        <a:lnRef idx="1">
          <a:schemeClr val="accent1"/>
        </a:lnRef>
        <a:fillRef idx="3">
          <a:schemeClr val="accent1"/>
        </a:fillRef>
        <a:effectRef idx="2">
          <a:schemeClr val="accent1"/>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Steam Sterilize, Shared deep Burial Encapsulation</a:t>
          </a:r>
          <a:endParaRPr lang="en-US" sz="1800" kern="1200" dirty="0"/>
        </a:p>
      </dsp:txBody>
      <dsp:txXfrm>
        <a:off x="3829340" y="3124201"/>
        <a:ext cx="2201808" cy="742454"/>
      </dsp:txXfrm>
    </dsp:sp>
    <dsp:sp modelId="{88E3ED4F-7E66-4CB8-BBD0-804B96345440}">
      <dsp:nvSpPr>
        <dsp:cNvPr id="0" name=""/>
        <dsp:cNvSpPr/>
      </dsp:nvSpPr>
      <dsp:spPr>
        <a:xfrm>
          <a:off x="6058890" y="2110921"/>
          <a:ext cx="1484909" cy="742454"/>
        </a:xfrm>
        <a:prstGeom prst="rect">
          <a:avLst/>
        </a:prstGeom>
        <a:gradFill rotWithShape="1">
          <a:gsLst>
            <a:gs pos="0">
              <a:schemeClr val="accent2">
                <a:tint val="60000"/>
                <a:lumMod val="110000"/>
              </a:schemeClr>
            </a:gs>
            <a:gs pos="100000">
              <a:schemeClr val="accent2">
                <a:tint val="82000"/>
              </a:schemeClr>
            </a:gs>
          </a:gsLst>
          <a:lin ang="5400000" scaled="0"/>
        </a:gradFill>
        <a:ln w="9525" cap="rnd" cmpd="sng" algn="ctr">
          <a:solidFill>
            <a:schemeClr val="accent2"/>
          </a:solidFill>
          <a:prstDash val="solid"/>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Non-Sharp</a:t>
          </a:r>
          <a:endParaRPr lang="en-US" sz="1800" b="1" kern="1200" dirty="0"/>
        </a:p>
      </dsp:txBody>
      <dsp:txXfrm>
        <a:off x="6058890" y="2110921"/>
        <a:ext cx="1484909" cy="7424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1F13ED-357A-4AFB-B2FF-7A618063FE65}" type="datetimeFigureOut">
              <a:rPr lang="en-US" smtClean="0"/>
              <a:t>12/29/2018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F88299-836C-4B6B-AB04-D3F717EC9D72}" type="slidenum">
              <a:rPr lang="en-US" smtClean="0"/>
              <a:t>‹#›</a:t>
            </a:fld>
            <a:endParaRPr lang="en-US"/>
          </a:p>
        </p:txBody>
      </p:sp>
    </p:spTree>
    <p:extLst>
      <p:ext uri="{BB962C8B-B14F-4D97-AF65-F5344CB8AC3E}">
        <p14:creationId xmlns:p14="http://schemas.microsoft.com/office/powerpoint/2010/main" val="106332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F88299-836C-4B6B-AB04-D3F717EC9D72}" type="slidenum">
              <a:rPr lang="en-US" smtClean="0"/>
              <a:t>9</a:t>
            </a:fld>
            <a:endParaRPr lang="en-US"/>
          </a:p>
        </p:txBody>
      </p:sp>
    </p:spTree>
    <p:extLst>
      <p:ext uri="{BB962C8B-B14F-4D97-AF65-F5344CB8AC3E}">
        <p14:creationId xmlns:p14="http://schemas.microsoft.com/office/powerpoint/2010/main" val="749367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F88299-836C-4B6B-AB04-D3F717EC9D72}" type="slidenum">
              <a:rPr lang="en-US" smtClean="0"/>
              <a:t>14</a:t>
            </a:fld>
            <a:endParaRPr lang="en-US"/>
          </a:p>
        </p:txBody>
      </p:sp>
    </p:spTree>
    <p:extLst>
      <p:ext uri="{BB962C8B-B14F-4D97-AF65-F5344CB8AC3E}">
        <p14:creationId xmlns:p14="http://schemas.microsoft.com/office/powerpoint/2010/main" val="832075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F88299-836C-4B6B-AB04-D3F717EC9D72}" type="slidenum">
              <a:rPr lang="en-US" smtClean="0"/>
              <a:t>17</a:t>
            </a:fld>
            <a:endParaRPr lang="en-US"/>
          </a:p>
        </p:txBody>
      </p:sp>
    </p:spTree>
    <p:extLst>
      <p:ext uri="{BB962C8B-B14F-4D97-AF65-F5344CB8AC3E}">
        <p14:creationId xmlns:p14="http://schemas.microsoft.com/office/powerpoint/2010/main" val="286712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0" y="109830"/>
            <a:ext cx="927462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1656662" y="1879926"/>
            <a:ext cx="5820385"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2332652" y="3597481"/>
            <a:ext cx="4478695"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71241" y="4972192"/>
            <a:ext cx="972156" cy="361810"/>
          </a:xfrm>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a:xfrm>
            <a:off x="1921934" y="4972193"/>
            <a:ext cx="3749306" cy="361809"/>
          </a:xfrm>
        </p:spPr>
        <p:txBody>
          <a:bodyPr/>
          <a:lstStyle/>
          <a:p>
            <a:endParaRPr lang="en-US"/>
          </a:p>
        </p:txBody>
      </p:sp>
      <p:sp>
        <p:nvSpPr>
          <p:cNvPr id="6" name="Slide Number Placeholder 5"/>
          <p:cNvSpPr>
            <a:spLocks noGrp="1"/>
          </p:cNvSpPr>
          <p:nvPr>
            <p:ph type="sldNum" sz="quarter" idx="12"/>
          </p:nvPr>
        </p:nvSpPr>
        <p:spPr>
          <a:xfrm>
            <a:off x="6811347" y="4972192"/>
            <a:ext cx="726151" cy="361809"/>
          </a:xfrm>
        </p:spPr>
        <p:txBody>
          <a:bodyPr/>
          <a:lstStyle/>
          <a:p>
            <a:fld id="{87104492-0599-440A-9B84-55F917752D56}"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2979689" y="76751"/>
            <a:ext cx="3029101" cy="1142630"/>
            <a:chOff x="2823850" y="0"/>
            <a:chExt cx="3344655" cy="1448456"/>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410882"/>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1030778"/>
            <a:ext cx="6798734"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356671" y="5960533"/>
            <a:ext cx="850200" cy="279400"/>
          </a:xfrm>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206871" y="5960533"/>
            <a:ext cx="724154" cy="279400"/>
          </a:xfrm>
        </p:spPr>
        <p:txBody>
          <a:bodyPr/>
          <a:lstStyle/>
          <a:p>
            <a:fld id="{87104492-0599-440A-9B84-55F917752D56}" type="slidenum">
              <a:rPr lang="en-US" smtClean="0"/>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580091" y="5960533"/>
            <a:ext cx="865640" cy="279400"/>
          </a:xfrm>
        </p:spPr>
        <p:txBody>
          <a:bodyPr/>
          <a:lstStyle/>
          <a:p>
            <a:fld id="{87104492-0599-440A-9B84-55F917752D56}"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052393"/>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A2E3CB-4923-4CBA-AC83-50C65C1CE124}" type="datetimeFigureOut">
              <a:rPr lang="en-US" smtClean="0"/>
              <a:t>12/29/2018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580091" y="5934456"/>
            <a:ext cx="765888" cy="305477"/>
          </a:xfrm>
        </p:spPr>
        <p:txBody>
          <a:bodyPr/>
          <a:lstStyle/>
          <a:p>
            <a:fld id="{87104492-0599-440A-9B84-55F917752D56}" type="slidenum">
              <a:rPr lang="en-US" smtClean="0"/>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A2E3CB-4923-4CBA-AC83-50C65C1CE124}" type="datetimeFigureOut">
              <a:rPr lang="en-US" smtClean="0"/>
              <a:t>12/29/2018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104492-0599-440A-9B84-55F917752D56}"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AA2E3CB-4923-4CBA-AC83-50C65C1CE124}" type="datetimeFigureOut">
              <a:rPr lang="en-US" smtClean="0"/>
              <a:t>12/29/2018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104492-0599-440A-9B84-55F917752D56}"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A2E3CB-4923-4CBA-AC83-50C65C1CE124}" type="datetimeFigureOut">
              <a:rPr lang="en-US" smtClean="0"/>
              <a:t>12/29/2018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104492-0599-440A-9B84-55F917752D56}" type="slidenum">
              <a:rPr lang="en-US" smtClean="0"/>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A2E3CB-4923-4CBA-AC83-50C65C1CE124}" type="datetimeFigureOut">
              <a:rPr lang="en-US" smtClean="0"/>
              <a:t>12/29/2018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104492-0599-440A-9B84-55F917752D56}"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A2E3CB-4923-4CBA-AC83-50C65C1CE124}" type="datetimeFigureOut">
              <a:rPr lang="en-US" smtClean="0"/>
              <a:t>12/29/2018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104492-0599-440A-9B84-55F917752D56}" type="slidenum">
              <a:rPr lang="en-US" smtClean="0"/>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A2E3CB-4923-4CBA-AC83-50C65C1CE124}" type="datetimeFigureOut">
              <a:rPr lang="en-US" smtClean="0"/>
              <a:t>12/29/2018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104492-0599-440A-9B84-55F917752D56}" type="slidenum">
              <a:rPr lang="en-US" smtClean="0"/>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A2E3CB-4923-4CBA-AC83-50C65C1CE124}" type="datetimeFigureOut">
              <a:rPr lang="en-US" smtClean="0"/>
              <a:t>12/29/2018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104492-0599-440A-9B84-55F917752D56}"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35132"/>
            <a:ext cx="673085"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A2E3CB-4923-4CBA-AC83-50C65C1CE124}" type="datetimeFigureOut">
              <a:rPr lang="en-US" smtClean="0"/>
              <a:t>12/29/2018</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029755" y="5960533"/>
            <a:ext cx="94584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104492-0599-440A-9B84-55F917752D56}" type="slidenum">
              <a:rPr lang="en-US" smtClean="0"/>
              <a:t>‹#›</a:t>
            </a:fld>
            <a:endParaRPr lang="en-US"/>
          </a:p>
        </p:txBody>
      </p:sp>
      <p:grpSp>
        <p:nvGrpSpPr>
          <p:cNvPr id="12" name="Group 11"/>
          <p:cNvGrpSpPr/>
          <p:nvPr/>
        </p:nvGrpSpPr>
        <p:grpSpPr>
          <a:xfrm>
            <a:off x="3372583" y="4072"/>
            <a:ext cx="2407298" cy="1306286"/>
            <a:chOff x="2823850" y="0"/>
            <a:chExt cx="3344655" cy="1951286"/>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6662" y="1524000"/>
            <a:ext cx="5820385" cy="1884254"/>
          </a:xfrm>
        </p:spPr>
        <p:txBody>
          <a:bodyPr/>
          <a:lstStyle/>
          <a:p>
            <a:r>
              <a:rPr lang="en-US" sz="2800" dirty="0" smtClean="0"/>
              <a:t>Volume 1_Section 1</a:t>
            </a:r>
            <a:br>
              <a:rPr lang="en-US" sz="2800" dirty="0" smtClean="0"/>
            </a:br>
            <a:r>
              <a:rPr lang="en-US" sz="2800" dirty="0" smtClean="0"/>
              <a:t/>
            </a:r>
            <a:br>
              <a:rPr lang="en-US" sz="2800" dirty="0" smtClean="0"/>
            </a:br>
            <a:r>
              <a:rPr lang="en-US" sz="3200" dirty="0" smtClean="0"/>
              <a:t>Chapter 12: </a:t>
            </a:r>
            <a:br>
              <a:rPr lang="en-US" sz="3200" dirty="0" smtClean="0"/>
            </a:br>
            <a:r>
              <a:rPr lang="en-US" sz="3200" dirty="0" smtClean="0"/>
              <a:t>Healthcare Waste Management</a:t>
            </a:r>
            <a:endParaRPr lang="en-US" sz="3200"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85322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Outline</a:t>
            </a: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Overview </a:t>
            </a:r>
          </a:p>
          <a:p>
            <a:pPr lvl="0"/>
            <a:r>
              <a:rPr lang="en-US" dirty="0"/>
              <a:t>Risks related to heath care waste</a:t>
            </a:r>
          </a:p>
          <a:p>
            <a:pPr lvl="0"/>
            <a:r>
              <a:rPr lang="en-US" dirty="0"/>
              <a:t>Categories of heath care waste </a:t>
            </a:r>
          </a:p>
          <a:p>
            <a:pPr lvl="0"/>
            <a:r>
              <a:rPr lang="en-US" dirty="0"/>
              <a:t>Sources of health care waste</a:t>
            </a:r>
          </a:p>
          <a:p>
            <a:pPr lvl="0"/>
            <a:r>
              <a:rPr lang="en-US" dirty="0"/>
              <a:t>Management of heath care waste</a:t>
            </a:r>
          </a:p>
          <a:p>
            <a:pPr lvl="0"/>
            <a:r>
              <a:rPr lang="en-US" dirty="0"/>
              <a:t>Summery</a:t>
            </a:r>
          </a:p>
          <a:p>
            <a:endParaRPr lang="en-US" dirty="0"/>
          </a:p>
        </p:txBody>
      </p:sp>
    </p:spTree>
    <p:extLst>
      <p:ext uri="{BB962C8B-B14F-4D97-AF65-F5344CB8AC3E}">
        <p14:creationId xmlns:p14="http://schemas.microsoft.com/office/powerpoint/2010/main" val="14922244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Objectives</a:t>
            </a:r>
            <a:endParaRPr lang="en-US" dirty="0"/>
          </a:p>
        </p:txBody>
      </p:sp>
      <p:sp>
        <p:nvSpPr>
          <p:cNvPr id="3" name="Content Placeholder 2"/>
          <p:cNvSpPr>
            <a:spLocks noGrp="1"/>
          </p:cNvSpPr>
          <p:nvPr>
            <p:ph idx="1"/>
          </p:nvPr>
        </p:nvSpPr>
        <p:spPr/>
        <p:txBody>
          <a:bodyPr>
            <a:normAutofit fontScale="70000" lnSpcReduction="20000"/>
          </a:bodyPr>
          <a:lstStyle/>
          <a:p>
            <a:pPr lvl="0"/>
            <a:r>
              <a:rPr lang="en-US" dirty="0"/>
              <a:t>Define Health care waste</a:t>
            </a:r>
          </a:p>
          <a:p>
            <a:pPr lvl="0"/>
            <a:r>
              <a:rPr lang="en-US" dirty="0"/>
              <a:t>Describe risks related to health care waste</a:t>
            </a:r>
          </a:p>
          <a:p>
            <a:pPr lvl="0"/>
            <a:r>
              <a:rPr lang="en-US" dirty="0"/>
              <a:t>Framework of types of health care waste</a:t>
            </a:r>
          </a:p>
          <a:p>
            <a:pPr lvl="0"/>
            <a:r>
              <a:rPr lang="en-US" dirty="0"/>
              <a:t>Understand the stapes in Health care waste management</a:t>
            </a:r>
          </a:p>
          <a:p>
            <a:pPr lvl="0"/>
            <a:r>
              <a:rPr lang="en-US" dirty="0"/>
              <a:t>Demonstrate how health care waste are collected, transported, stored, treated and disposed in a heath care facility</a:t>
            </a:r>
          </a:p>
          <a:p>
            <a:pPr lvl="0"/>
            <a:r>
              <a:rPr lang="en-US" dirty="0"/>
              <a:t>Describe the method of health care waste </a:t>
            </a:r>
            <a:r>
              <a:rPr lang="en-US" dirty="0" smtClean="0"/>
              <a:t>disposal</a:t>
            </a:r>
            <a:endParaRPr lang="en-US" dirty="0"/>
          </a:p>
        </p:txBody>
      </p:sp>
    </p:spTree>
    <p:extLst>
      <p:ext uri="{BB962C8B-B14F-4D97-AF65-F5344CB8AC3E}">
        <p14:creationId xmlns:p14="http://schemas.microsoft.com/office/powerpoint/2010/main" val="9867869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a:xfrm>
            <a:off x="1176865" y="2490135"/>
            <a:ext cx="6798736" cy="3834465"/>
          </a:xfrm>
        </p:spPr>
        <p:txBody>
          <a:bodyPr>
            <a:normAutofit fontScale="70000" lnSpcReduction="20000"/>
          </a:bodyPr>
          <a:lstStyle/>
          <a:p>
            <a:pPr lvl="0" algn="just"/>
            <a:r>
              <a:rPr lang="en-US" b="1" dirty="0"/>
              <a:t>Health-care waste</a:t>
            </a:r>
            <a:r>
              <a:rPr lang="en-US" dirty="0"/>
              <a:t> is a by-product of health care that includes potential risk and non-risk wastes. It includes all the waste generated by healthcare establishments, research facilities and laboratories. </a:t>
            </a:r>
            <a:endParaRPr lang="en-US" dirty="0" smtClean="0"/>
          </a:p>
          <a:p>
            <a:pPr lvl="0" algn="just" defTabSz="173038"/>
            <a:r>
              <a:rPr lang="en-US" dirty="0"/>
              <a:t>A health care facility is </a:t>
            </a:r>
            <a:r>
              <a:rPr lang="en-US" dirty="0">
                <a:solidFill>
                  <a:srgbClr val="0070C0"/>
                </a:solidFill>
              </a:rPr>
              <a:t>responsible </a:t>
            </a:r>
            <a:r>
              <a:rPr lang="en-US" dirty="0" smtClean="0">
                <a:solidFill>
                  <a:srgbClr val="0070C0"/>
                </a:solidFill>
              </a:rPr>
              <a:t>for  managing public health </a:t>
            </a:r>
            <a:r>
              <a:rPr lang="en-US" dirty="0">
                <a:solidFill>
                  <a:srgbClr val="0070C0"/>
                </a:solidFill>
              </a:rPr>
              <a:t>and protecting</a:t>
            </a:r>
            <a:r>
              <a:rPr lang="en-US" dirty="0"/>
              <a:t> the environment with regard to the waste produced. </a:t>
            </a:r>
            <a:endParaRPr lang="en-US" dirty="0" smtClean="0"/>
          </a:p>
          <a:p>
            <a:pPr lvl="0" algn="just" defTabSz="173038"/>
            <a:r>
              <a:rPr lang="en-US" dirty="0" smtClean="0"/>
              <a:t>However</a:t>
            </a:r>
            <a:r>
              <a:rPr lang="en-US" dirty="0"/>
              <a:t>, the waste management process (generation, collection, transport, storage, and disposal) entails considerable complexity, involving clinical and non-clinical staff across a facility, and often depends on outside agencies. </a:t>
            </a:r>
          </a:p>
          <a:p>
            <a:pPr algn="just"/>
            <a:endParaRPr lang="en-US" dirty="0"/>
          </a:p>
        </p:txBody>
      </p:sp>
    </p:spTree>
    <p:extLst>
      <p:ext uri="{BB962C8B-B14F-4D97-AF65-F5344CB8AC3E}">
        <p14:creationId xmlns:p14="http://schemas.microsoft.com/office/powerpoint/2010/main" val="13972327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Risks Related to Healthcare </a:t>
            </a:r>
            <a:r>
              <a:rPr lang="en-US" dirty="0" smtClean="0"/>
              <a:t>Waste</a:t>
            </a:r>
            <a:endParaRPr lang="en-US" dirty="0"/>
          </a:p>
        </p:txBody>
      </p:sp>
      <p:sp>
        <p:nvSpPr>
          <p:cNvPr id="3" name="Content Placeholder 2"/>
          <p:cNvSpPr>
            <a:spLocks noGrp="1"/>
          </p:cNvSpPr>
          <p:nvPr>
            <p:ph idx="1"/>
          </p:nvPr>
        </p:nvSpPr>
        <p:spPr>
          <a:xfrm>
            <a:off x="1176865" y="2490135"/>
            <a:ext cx="6798736" cy="3682065"/>
          </a:xfrm>
        </p:spPr>
        <p:txBody>
          <a:bodyPr>
            <a:normAutofit fontScale="85000" lnSpcReduction="20000"/>
          </a:bodyPr>
          <a:lstStyle/>
          <a:p>
            <a:pPr lvl="0" algn="just"/>
            <a:r>
              <a:rPr lang="en-US" dirty="0"/>
              <a:t>Exposure to </a:t>
            </a:r>
            <a:endParaRPr lang="en-US" dirty="0" smtClean="0"/>
          </a:p>
          <a:p>
            <a:pPr lvl="1" algn="just"/>
            <a:r>
              <a:rPr lang="en-US" dirty="0" smtClean="0"/>
              <a:t>Pathogenic organisms, </a:t>
            </a:r>
          </a:p>
          <a:p>
            <a:pPr lvl="1" algn="just"/>
            <a:r>
              <a:rPr lang="en-US" dirty="0" smtClean="0"/>
              <a:t>Harmful chemicals, </a:t>
            </a:r>
          </a:p>
          <a:p>
            <a:pPr lvl="1" algn="just"/>
            <a:r>
              <a:rPr lang="en-US" dirty="0" smtClean="0"/>
              <a:t>Toxins, or </a:t>
            </a:r>
          </a:p>
          <a:p>
            <a:pPr lvl="1" algn="just"/>
            <a:r>
              <a:rPr lang="en-US" dirty="0" smtClean="0"/>
              <a:t>Radioactive substances, and </a:t>
            </a:r>
          </a:p>
          <a:p>
            <a:pPr lvl="0" algn="just"/>
            <a:r>
              <a:rPr lang="en-US" dirty="0" smtClean="0"/>
              <a:t>Injury </a:t>
            </a:r>
            <a:r>
              <a:rPr lang="en-US" dirty="0"/>
              <a:t>from sharp items. </a:t>
            </a:r>
          </a:p>
          <a:p>
            <a:pPr algn="just"/>
            <a:r>
              <a:rPr lang="en-US" dirty="0"/>
              <a:t>Exposure to toxic </a:t>
            </a:r>
            <a:r>
              <a:rPr lang="en-US" dirty="0" smtClean="0"/>
              <a:t>agents</a:t>
            </a:r>
          </a:p>
          <a:p>
            <a:pPr algn="just"/>
            <a:r>
              <a:rPr lang="en-US" dirty="0"/>
              <a:t>P</a:t>
            </a:r>
            <a:r>
              <a:rPr lang="en-US" dirty="0" smtClean="0"/>
              <a:t>otential cause </a:t>
            </a:r>
            <a:r>
              <a:rPr lang="en-US" dirty="0" smtClean="0"/>
              <a:t>for Infection</a:t>
            </a:r>
            <a:endParaRPr lang="en-US" dirty="0"/>
          </a:p>
        </p:txBody>
      </p:sp>
    </p:spTree>
    <p:extLst>
      <p:ext uri="{BB962C8B-B14F-4D97-AF65-F5344CB8AC3E}">
        <p14:creationId xmlns:p14="http://schemas.microsoft.com/office/powerpoint/2010/main" val="7053974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Categories of Healthcare Wastes</a:t>
            </a:r>
          </a:p>
        </p:txBody>
      </p:sp>
      <p:sp>
        <p:nvSpPr>
          <p:cNvPr id="3" name="Content Placeholder 2"/>
          <p:cNvSpPr>
            <a:spLocks noGrp="1"/>
          </p:cNvSpPr>
          <p:nvPr>
            <p:ph idx="1"/>
          </p:nvPr>
        </p:nvSpPr>
        <p:spPr>
          <a:xfrm>
            <a:off x="1143000" y="2490135"/>
            <a:ext cx="6798736" cy="3682065"/>
          </a:xfrm>
        </p:spPr>
        <p:txBody>
          <a:bodyPr>
            <a:normAutofit fontScale="77500" lnSpcReduction="20000"/>
          </a:bodyPr>
          <a:lstStyle/>
          <a:p>
            <a:pPr lvl="1" algn="just"/>
            <a:r>
              <a:rPr lang="en-US" sz="3100" dirty="0" smtClean="0"/>
              <a:t>Non – Hazardous HCW</a:t>
            </a:r>
          </a:p>
          <a:p>
            <a:pPr lvl="1" algn="just">
              <a:spcAft>
                <a:spcPts val="2400"/>
              </a:spcAft>
            </a:pPr>
            <a:r>
              <a:rPr lang="en-US" sz="3100" dirty="0" smtClean="0"/>
              <a:t>Hazardous HCW</a:t>
            </a:r>
          </a:p>
          <a:p>
            <a:pPr lvl="0" algn="just"/>
            <a:r>
              <a:rPr lang="en-US" dirty="0" smtClean="0"/>
              <a:t>Approximately </a:t>
            </a:r>
            <a:r>
              <a:rPr lang="en-US" dirty="0"/>
              <a:t>75–90% of the general waste produced by health care facilities is </a:t>
            </a:r>
            <a:r>
              <a:rPr lang="en-US" dirty="0" smtClean="0"/>
              <a:t>non-contaminated.</a:t>
            </a:r>
          </a:p>
          <a:p>
            <a:pPr lvl="0" algn="just"/>
            <a:r>
              <a:rPr lang="en-US" dirty="0" smtClean="0"/>
              <a:t>And </a:t>
            </a:r>
            <a:r>
              <a:rPr lang="en-US" dirty="0"/>
              <a:t>poses no risk of infection for those who handle it. Similar in nature to municipal waste, all or most general waste can be discarded in dumps or landfills or burned in incinerators. (WHO 2014).</a:t>
            </a:r>
          </a:p>
          <a:p>
            <a:pPr algn="just"/>
            <a:endParaRPr lang="en-US" dirty="0"/>
          </a:p>
        </p:txBody>
      </p:sp>
    </p:spTree>
    <p:extLst>
      <p:ext uri="{BB962C8B-B14F-4D97-AF65-F5344CB8AC3E}">
        <p14:creationId xmlns:p14="http://schemas.microsoft.com/office/powerpoint/2010/main" val="40966990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Categories of Waste Generated by Health Care Facilities</a:t>
            </a:r>
          </a:p>
        </p:txBody>
      </p:sp>
      <p:sp>
        <p:nvSpPr>
          <p:cNvPr id="3" name="Content Placeholder 2"/>
          <p:cNvSpPr>
            <a:spLocks noGrp="1"/>
          </p:cNvSpPr>
          <p:nvPr>
            <p:ph sz="half" idx="1"/>
          </p:nvPr>
        </p:nvSpPr>
        <p:spPr/>
        <p:txBody>
          <a:bodyPr>
            <a:normAutofit/>
          </a:bodyPr>
          <a:lstStyle/>
          <a:p>
            <a:r>
              <a:rPr lang="en-US" sz="2800" dirty="0"/>
              <a:t>Sharps </a:t>
            </a:r>
            <a:r>
              <a:rPr lang="en-US" sz="2800" dirty="0" smtClean="0"/>
              <a:t>waste</a:t>
            </a:r>
          </a:p>
          <a:p>
            <a:r>
              <a:rPr lang="en-US" sz="2800" dirty="0"/>
              <a:t>Infectious </a:t>
            </a:r>
            <a:r>
              <a:rPr lang="en-US" sz="2800" dirty="0" smtClean="0"/>
              <a:t>waste</a:t>
            </a:r>
          </a:p>
          <a:p>
            <a:r>
              <a:rPr lang="en-US" sz="2800" dirty="0" smtClean="0"/>
              <a:t>Pathological waste</a:t>
            </a:r>
          </a:p>
          <a:p>
            <a:r>
              <a:rPr lang="en-US" sz="2800" dirty="0" smtClean="0"/>
              <a:t>Pharmaceutical waste</a:t>
            </a:r>
          </a:p>
        </p:txBody>
      </p:sp>
      <p:sp>
        <p:nvSpPr>
          <p:cNvPr id="5" name="Content Placeholder 4"/>
          <p:cNvSpPr>
            <a:spLocks noGrp="1"/>
          </p:cNvSpPr>
          <p:nvPr>
            <p:ph sz="half" idx="2"/>
          </p:nvPr>
        </p:nvSpPr>
        <p:spPr/>
        <p:txBody>
          <a:bodyPr>
            <a:normAutofit/>
          </a:bodyPr>
          <a:lstStyle/>
          <a:p>
            <a:r>
              <a:rPr lang="en-US" sz="2800" dirty="0"/>
              <a:t>Cytotoxic waste</a:t>
            </a:r>
          </a:p>
          <a:p>
            <a:r>
              <a:rPr lang="en-US" sz="2800" dirty="0"/>
              <a:t>Chemical waste</a:t>
            </a:r>
          </a:p>
          <a:p>
            <a:r>
              <a:rPr lang="en-US" sz="2800" dirty="0"/>
              <a:t>Radioactive waste</a:t>
            </a:r>
          </a:p>
          <a:p>
            <a:endParaRPr lang="en-US" sz="2800" dirty="0"/>
          </a:p>
        </p:txBody>
      </p:sp>
    </p:spTree>
    <p:extLst>
      <p:ext uri="{BB962C8B-B14F-4D97-AF65-F5344CB8AC3E}">
        <p14:creationId xmlns:p14="http://schemas.microsoft.com/office/powerpoint/2010/main" val="1939200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r>
              <a:rPr lang="en-US" dirty="0"/>
              <a:t>Management of Health Care Waste</a:t>
            </a:r>
          </a:p>
        </p:txBody>
      </p:sp>
      <p:sp>
        <p:nvSpPr>
          <p:cNvPr id="6" name="Content Placeholder 5"/>
          <p:cNvSpPr>
            <a:spLocks noGrp="1"/>
          </p:cNvSpPr>
          <p:nvPr>
            <p:ph idx="1"/>
          </p:nvPr>
        </p:nvSpPr>
        <p:spPr>
          <a:xfrm>
            <a:off x="1176865" y="2490135"/>
            <a:ext cx="6798736" cy="3834465"/>
          </a:xfrm>
        </p:spPr>
        <p:txBody>
          <a:bodyPr>
            <a:normAutofit fontScale="85000" lnSpcReduction="20000"/>
          </a:bodyPr>
          <a:lstStyle/>
          <a:p>
            <a:pPr marL="285750" lvl="1"/>
            <a:r>
              <a:rPr lang="en-US" b="1" dirty="0" smtClean="0"/>
              <a:t>Reducti</a:t>
            </a:r>
            <a:r>
              <a:rPr lang="en-US" b="1" dirty="0"/>
              <a:t>on of </a:t>
            </a:r>
            <a:r>
              <a:rPr lang="en-US" b="1" dirty="0" smtClean="0"/>
              <a:t>Healthcare Waste</a:t>
            </a:r>
          </a:p>
          <a:p>
            <a:pPr marL="285750" lvl="1"/>
            <a:r>
              <a:rPr lang="en-US" dirty="0"/>
              <a:t>The preferred strategies for reducing health care waste are to </a:t>
            </a:r>
            <a:endParaRPr lang="en-US" dirty="0" smtClean="0"/>
          </a:p>
          <a:p>
            <a:pPr marL="742950" lvl="2"/>
            <a:r>
              <a:rPr lang="en-US" sz="2500" dirty="0" smtClean="0"/>
              <a:t>Minimize waste generation by preventing waste production, </a:t>
            </a:r>
          </a:p>
          <a:p>
            <a:pPr marL="742950" lvl="2"/>
            <a:r>
              <a:rPr lang="en-US" sz="2500" dirty="0" smtClean="0"/>
              <a:t>Reducing waste production, </a:t>
            </a:r>
          </a:p>
          <a:p>
            <a:pPr marL="742950" lvl="2"/>
            <a:r>
              <a:rPr lang="en-US" sz="2500" dirty="0" smtClean="0"/>
              <a:t>Reusing and recycling waste, and </a:t>
            </a:r>
          </a:p>
          <a:p>
            <a:pPr marL="742950" lvl="2"/>
            <a:r>
              <a:rPr lang="en-US" sz="2500" dirty="0" smtClean="0"/>
              <a:t>Recovering useful substances from waste. </a:t>
            </a:r>
          </a:p>
          <a:p>
            <a:pPr marL="285750" lvl="1"/>
            <a:r>
              <a:rPr lang="en-US" dirty="0" smtClean="0"/>
              <a:t>The </a:t>
            </a:r>
            <a:r>
              <a:rPr lang="en-US" dirty="0"/>
              <a:t>least preferable strategy is treating and disposing of health care waste</a:t>
            </a:r>
            <a:r>
              <a:rPr lang="en-US" dirty="0" smtClean="0"/>
              <a:t>.</a:t>
            </a:r>
            <a:endParaRPr lang="en-US" dirty="0"/>
          </a:p>
        </p:txBody>
      </p:sp>
    </p:spTree>
    <p:extLst>
      <p:ext uri="{BB962C8B-B14F-4D97-AF65-F5344CB8AC3E}">
        <p14:creationId xmlns:p14="http://schemas.microsoft.com/office/powerpoint/2010/main" val="8735899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848600" cy="761063"/>
          </a:xfrm>
        </p:spPr>
        <p:txBody>
          <a:bodyPr>
            <a:normAutofit fontScale="90000"/>
          </a:bodyPr>
          <a:lstStyle/>
          <a:p>
            <a:pPr lvl="1" algn="ctr"/>
            <a:r>
              <a:rPr lang="en-US" sz="3600" b="1" dirty="0">
                <a:latin typeface="+mj-lt"/>
              </a:rPr>
              <a:t>Segregation of Waste at Point of Generation</a:t>
            </a:r>
            <a:endParaRPr lang="en-US" sz="3600" dirty="0">
              <a:latin typeface="+mj-lt"/>
            </a:endParaRPr>
          </a:p>
        </p:txBody>
      </p:sp>
      <p:graphicFrame>
        <p:nvGraphicFramePr>
          <p:cNvPr id="4" name="Table 3"/>
          <p:cNvGraphicFramePr>
            <a:graphicFrameLocks noGrp="1"/>
          </p:cNvGraphicFramePr>
          <p:nvPr>
            <p:extLst>
              <p:ext uri="{D42A27DB-BD31-4B8C-83A1-F6EECF244321}">
                <p14:modId xmlns:p14="http://schemas.microsoft.com/office/powerpoint/2010/main" val="4014912253"/>
              </p:ext>
            </p:extLst>
          </p:nvPr>
        </p:nvGraphicFramePr>
        <p:xfrm>
          <a:off x="685800" y="1930802"/>
          <a:ext cx="7772400" cy="4241398"/>
        </p:xfrm>
        <a:graphic>
          <a:graphicData uri="http://schemas.openxmlformats.org/drawingml/2006/table">
            <a:tbl>
              <a:tblPr firstRow="1" firstCol="1" bandRow="1">
                <a:tableStyleId>{00A15C55-8517-42AA-B614-E9B94910E393}</a:tableStyleId>
              </a:tblPr>
              <a:tblGrid>
                <a:gridCol w="2590282"/>
                <a:gridCol w="2590282"/>
                <a:gridCol w="2591836"/>
              </a:tblGrid>
              <a:tr h="540423">
                <a:tc>
                  <a:txBody>
                    <a:bodyPr/>
                    <a:lstStyle/>
                    <a:p>
                      <a:pPr marL="0" marR="0" algn="ctr">
                        <a:lnSpc>
                          <a:spcPct val="100000"/>
                        </a:lnSpc>
                        <a:spcBef>
                          <a:spcPts val="0"/>
                        </a:spcBef>
                        <a:spcAft>
                          <a:spcPts val="300"/>
                        </a:spcAft>
                      </a:pPr>
                      <a:r>
                        <a:rPr lang="en-US" sz="1800" dirty="0">
                          <a:effectLst/>
                        </a:rPr>
                        <a:t>Type of Waste</a:t>
                      </a:r>
                      <a:endParaRPr lang="en-US" sz="1800" b="1" dirty="0">
                        <a:solidFill>
                          <a:srgbClr val="00667D"/>
                        </a:solidFill>
                        <a:effectLst/>
                        <a:latin typeface="Calibri"/>
                        <a:ea typeface="Calibri"/>
                        <a:cs typeface="Times New Roman"/>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300"/>
                        </a:spcAft>
                      </a:pPr>
                      <a:r>
                        <a:rPr lang="en-US" sz="1800" dirty="0">
                          <a:effectLst/>
                        </a:rPr>
                        <a:t>Color of Container and Markings</a:t>
                      </a:r>
                      <a:endParaRPr lang="en-US" sz="1800" b="1" dirty="0">
                        <a:solidFill>
                          <a:srgbClr val="00667D"/>
                        </a:solidFill>
                        <a:effectLst/>
                        <a:latin typeface="Calibri"/>
                        <a:ea typeface="Calibri"/>
                        <a:cs typeface="Times New Roman"/>
                      </a:endParaRPr>
                    </a:p>
                  </a:txBody>
                  <a:tcPr marL="66248" marR="66248"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300"/>
                        </a:spcAft>
                      </a:pPr>
                      <a:r>
                        <a:rPr lang="en-US" sz="1800" dirty="0">
                          <a:effectLst/>
                        </a:rPr>
                        <a:t>Type of Container</a:t>
                      </a:r>
                      <a:endParaRPr lang="en-US" sz="1800" b="1" dirty="0">
                        <a:solidFill>
                          <a:srgbClr val="00667D"/>
                        </a:solidFill>
                        <a:effectLst/>
                        <a:latin typeface="Calibri"/>
                        <a:ea typeface="Calibri"/>
                        <a:cs typeface="Times New Roman"/>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7638">
                <a:tc>
                  <a:txBody>
                    <a:bodyPr/>
                    <a:lstStyle/>
                    <a:p>
                      <a:pPr marL="0" marR="0" indent="0" algn="l" defTabSz="457200" rtl="0" eaLnBrk="1" fontAlgn="auto" latinLnBrk="0" hangingPunct="1">
                        <a:lnSpc>
                          <a:spcPct val="100000"/>
                        </a:lnSpc>
                        <a:spcBef>
                          <a:spcPts val="200"/>
                        </a:spcBef>
                        <a:spcAft>
                          <a:spcPts val="0"/>
                        </a:spcAft>
                        <a:buClrTx/>
                        <a:buSzTx/>
                        <a:buFontTx/>
                        <a:buNone/>
                        <a:tabLst/>
                        <a:defRPr/>
                      </a:pPr>
                      <a:r>
                        <a:rPr lang="en-US" sz="1800" dirty="0">
                          <a:effectLst/>
                        </a:rPr>
                        <a:t>Highly infectious </a:t>
                      </a:r>
                      <a:r>
                        <a:rPr lang="en-US" sz="1800" dirty="0" smtClean="0">
                          <a:effectLst/>
                        </a:rPr>
                        <a:t>waste (includes all pathological waste)</a:t>
                      </a:r>
                      <a:endParaRPr lang="en-US" sz="1800" dirty="0" smtClean="0">
                        <a:solidFill>
                          <a:srgbClr val="000000"/>
                        </a:solidFill>
                        <a:effectLst/>
                        <a:latin typeface="Calibri"/>
                        <a:ea typeface="Times New Roman"/>
                        <a:cs typeface="Arial"/>
                      </a:endParaRPr>
                    </a:p>
                  </a:txBody>
                  <a:tcPr marL="66248" marR="66248"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dirty="0">
                          <a:effectLst/>
                        </a:rPr>
                        <a:t>Yellow, marked “highly infectious” with biohazard symbol</a:t>
                      </a:r>
                      <a:endParaRPr lang="en-US" sz="1800" dirty="0">
                        <a:solidFill>
                          <a:srgbClr val="000000"/>
                        </a:solidFill>
                        <a:effectLst/>
                        <a:latin typeface="Calibri"/>
                        <a:ea typeface="Times New Roman"/>
                        <a:cs typeface="Arial"/>
                      </a:endParaRPr>
                    </a:p>
                  </a:txBody>
                  <a:tcPr marL="66248" marR="66248"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0"/>
                        </a:spcBef>
                        <a:spcAft>
                          <a:spcPts val="300"/>
                        </a:spcAft>
                      </a:pPr>
                      <a:r>
                        <a:rPr lang="en-US" sz="1800" dirty="0">
                          <a:effectLst/>
                        </a:rPr>
                        <a:t>Strong, leak-proof plastic bag or container capable of being autoclaved</a:t>
                      </a:r>
                      <a:endParaRPr lang="en-US" sz="1800" b="1" dirty="0">
                        <a:solidFill>
                          <a:srgbClr val="00667D"/>
                        </a:solidFill>
                        <a:effectLst/>
                        <a:latin typeface="Calibri"/>
                        <a:ea typeface="Calibri"/>
                        <a:cs typeface="Times New Roman"/>
                      </a:endParaRPr>
                    </a:p>
                  </a:txBody>
                  <a:tcPr marL="66248" marR="66248"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533400">
                <a:tc>
                  <a:txBody>
                    <a:bodyPr/>
                    <a:lstStyle/>
                    <a:p>
                      <a:pPr marL="0" marR="0" algn="just">
                        <a:lnSpc>
                          <a:spcPct val="100000"/>
                        </a:lnSpc>
                        <a:spcBef>
                          <a:spcPts val="200"/>
                        </a:spcBef>
                        <a:spcAft>
                          <a:spcPts val="0"/>
                        </a:spcAft>
                      </a:pPr>
                      <a:r>
                        <a:rPr lang="en-US" sz="1800" dirty="0">
                          <a:effectLst/>
                        </a:rPr>
                        <a:t>Other infectious </a:t>
                      </a:r>
                      <a:r>
                        <a:rPr lang="en-US" sz="1800" dirty="0" smtClean="0">
                          <a:effectLst/>
                        </a:rPr>
                        <a:t>waste</a:t>
                      </a:r>
                      <a:endParaRPr lang="en-US" sz="1800" dirty="0">
                        <a:solidFill>
                          <a:srgbClr val="000000"/>
                        </a:solidFill>
                        <a:effectLst/>
                        <a:latin typeface="Calibri"/>
                        <a:ea typeface="Times New Roman"/>
                        <a:cs typeface="Arial"/>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nSpc>
                          <a:spcPct val="100000"/>
                        </a:lnSpc>
                        <a:spcBef>
                          <a:spcPts val="200"/>
                        </a:spcBef>
                        <a:spcAft>
                          <a:spcPts val="0"/>
                        </a:spcAft>
                      </a:pPr>
                      <a:r>
                        <a:rPr lang="en-US" sz="1800" dirty="0">
                          <a:effectLst/>
                        </a:rPr>
                        <a:t>Yellow with biohazard symbol</a:t>
                      </a:r>
                      <a:endParaRPr lang="en-US" sz="1800" dirty="0">
                        <a:solidFill>
                          <a:srgbClr val="000000"/>
                        </a:solidFill>
                        <a:effectLst/>
                        <a:latin typeface="Calibri"/>
                        <a:ea typeface="Times New Roman"/>
                        <a:cs typeface="Arial"/>
                      </a:endParaRPr>
                    </a:p>
                  </a:txBody>
                  <a:tcPr marL="66248" marR="66248"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0"/>
                        </a:spcBef>
                        <a:spcAft>
                          <a:spcPts val="300"/>
                        </a:spcAft>
                      </a:pPr>
                      <a:r>
                        <a:rPr lang="en-US" sz="1800" dirty="0">
                          <a:effectLst/>
                        </a:rPr>
                        <a:t>Leak-proof plastic bag or container</a:t>
                      </a:r>
                      <a:endParaRPr lang="en-US" sz="1800" b="1" dirty="0">
                        <a:solidFill>
                          <a:srgbClr val="00667D"/>
                        </a:solidFill>
                        <a:effectLst/>
                        <a:latin typeface="Calibri"/>
                        <a:ea typeface="Calibri"/>
                        <a:cs typeface="Times New Roman"/>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609600">
                <a:tc>
                  <a:txBody>
                    <a:bodyPr/>
                    <a:lstStyle/>
                    <a:p>
                      <a:pPr marL="0" marR="0" algn="just">
                        <a:lnSpc>
                          <a:spcPct val="100000"/>
                        </a:lnSpc>
                        <a:spcBef>
                          <a:spcPts val="200"/>
                        </a:spcBef>
                        <a:spcAft>
                          <a:spcPts val="0"/>
                        </a:spcAft>
                      </a:pPr>
                      <a:r>
                        <a:rPr lang="en-US" sz="1800" dirty="0">
                          <a:effectLst/>
                        </a:rPr>
                        <a:t>Sharps</a:t>
                      </a:r>
                      <a:endParaRPr lang="en-US" sz="1800" dirty="0">
                        <a:solidFill>
                          <a:srgbClr val="000000"/>
                        </a:solidFill>
                        <a:effectLst/>
                        <a:latin typeface="Calibri"/>
                        <a:ea typeface="Times New Roman"/>
                        <a:cs typeface="Arial"/>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dirty="0">
                          <a:effectLst/>
                        </a:rPr>
                        <a:t>Yellow, marked “SHARPS” with biohazard symbol</a:t>
                      </a:r>
                      <a:endParaRPr lang="en-US" sz="1800" dirty="0">
                        <a:solidFill>
                          <a:srgbClr val="000000"/>
                        </a:solidFill>
                        <a:effectLst/>
                        <a:latin typeface="Calibri"/>
                        <a:ea typeface="Times New Roman"/>
                        <a:cs typeface="Arial"/>
                      </a:endParaRPr>
                    </a:p>
                  </a:txBody>
                  <a:tcPr marL="66248" marR="66248"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0000"/>
                        </a:lnSpc>
                        <a:spcBef>
                          <a:spcPts val="200"/>
                        </a:spcBef>
                        <a:spcAft>
                          <a:spcPts val="0"/>
                        </a:spcAft>
                      </a:pPr>
                      <a:r>
                        <a:rPr lang="en-US" sz="1800" dirty="0">
                          <a:effectLst/>
                        </a:rPr>
                        <a:t>Puncture-proof container</a:t>
                      </a:r>
                      <a:endParaRPr lang="en-US" sz="1800" dirty="0">
                        <a:solidFill>
                          <a:srgbClr val="000000"/>
                        </a:solidFill>
                        <a:effectLst/>
                        <a:latin typeface="Calibri"/>
                        <a:ea typeface="Times New Roman"/>
                        <a:cs typeface="Arial"/>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609600">
                <a:tc>
                  <a:txBody>
                    <a:bodyPr/>
                    <a:lstStyle/>
                    <a:p>
                      <a:pPr marL="0" marR="0" algn="just">
                        <a:lnSpc>
                          <a:spcPct val="100000"/>
                        </a:lnSpc>
                        <a:spcBef>
                          <a:spcPts val="200"/>
                        </a:spcBef>
                        <a:spcAft>
                          <a:spcPts val="0"/>
                        </a:spcAft>
                      </a:pPr>
                      <a:r>
                        <a:rPr lang="en-US" sz="1800" dirty="0">
                          <a:effectLst/>
                        </a:rPr>
                        <a:t>Chemical and pharmaceutical waste</a:t>
                      </a:r>
                      <a:endParaRPr lang="en-US" sz="1800" dirty="0">
                        <a:solidFill>
                          <a:srgbClr val="000000"/>
                        </a:solidFill>
                        <a:effectLst/>
                        <a:latin typeface="Calibri"/>
                        <a:ea typeface="Times New Roman"/>
                        <a:cs typeface="Arial"/>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dirty="0">
                          <a:effectLst/>
                        </a:rPr>
                        <a:t>Brown, labeled with appropriate hazard symbol</a:t>
                      </a:r>
                      <a:endParaRPr lang="en-US" sz="1800" dirty="0">
                        <a:solidFill>
                          <a:srgbClr val="000000"/>
                        </a:solidFill>
                        <a:effectLst/>
                        <a:latin typeface="Calibri"/>
                        <a:ea typeface="Times New Roman"/>
                        <a:cs typeface="Arial"/>
                      </a:endParaRPr>
                    </a:p>
                  </a:txBody>
                  <a:tcPr marL="66248" marR="66248"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0000"/>
                        </a:lnSpc>
                        <a:spcBef>
                          <a:spcPts val="200"/>
                        </a:spcBef>
                        <a:spcAft>
                          <a:spcPts val="0"/>
                        </a:spcAft>
                      </a:pPr>
                      <a:r>
                        <a:rPr lang="en-US" sz="1800" dirty="0">
                          <a:effectLst/>
                        </a:rPr>
                        <a:t>Plastic bag or rigid container</a:t>
                      </a:r>
                      <a:endParaRPr lang="en-US" sz="1800" dirty="0">
                        <a:solidFill>
                          <a:srgbClr val="000000"/>
                        </a:solidFill>
                        <a:effectLst/>
                        <a:latin typeface="Calibri"/>
                        <a:ea typeface="Times New Roman"/>
                        <a:cs typeface="Arial"/>
                      </a:endParaRPr>
                    </a:p>
                  </a:txBody>
                  <a:tcPr marL="66248" marR="66248"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51691">
                <a:tc>
                  <a:txBody>
                    <a:bodyPr/>
                    <a:lstStyle/>
                    <a:p>
                      <a:pPr marL="0" marR="0" algn="just">
                        <a:lnSpc>
                          <a:spcPct val="100000"/>
                        </a:lnSpc>
                        <a:spcBef>
                          <a:spcPts val="200"/>
                        </a:spcBef>
                        <a:spcAft>
                          <a:spcPts val="0"/>
                        </a:spcAft>
                      </a:pPr>
                      <a:r>
                        <a:rPr lang="en-US" sz="1800" dirty="0">
                          <a:effectLst/>
                        </a:rPr>
                        <a:t>Radioactive waste</a:t>
                      </a:r>
                      <a:endParaRPr lang="en-US" sz="1800" dirty="0">
                        <a:solidFill>
                          <a:srgbClr val="000000"/>
                        </a:solidFill>
                        <a:effectLst/>
                        <a:latin typeface="Calibri"/>
                        <a:ea typeface="Times New Roman"/>
                        <a:cs typeface="Arial"/>
                      </a:endParaRPr>
                    </a:p>
                  </a:txBody>
                  <a:tcPr marL="66248" marR="6624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a:effectLst/>
                        </a:rPr>
                        <a:t>Labeled with radiation symbol</a:t>
                      </a:r>
                      <a:endParaRPr lang="en-US" sz="1800">
                        <a:solidFill>
                          <a:srgbClr val="000000"/>
                        </a:solidFill>
                        <a:effectLst/>
                        <a:latin typeface="Calibri"/>
                        <a:ea typeface="Times New Roman"/>
                        <a:cs typeface="Arial"/>
                      </a:endParaRPr>
                    </a:p>
                  </a:txBody>
                  <a:tcPr marL="66248" marR="66248"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dirty="0">
                          <a:effectLst/>
                        </a:rPr>
                        <a:t>Lead box</a:t>
                      </a:r>
                      <a:endParaRPr lang="en-US" sz="1800" dirty="0">
                        <a:solidFill>
                          <a:srgbClr val="000000"/>
                        </a:solidFill>
                        <a:effectLst/>
                        <a:latin typeface="Calibri"/>
                        <a:ea typeface="Times New Roman"/>
                        <a:cs typeface="Arial"/>
                      </a:endParaRPr>
                    </a:p>
                  </a:txBody>
                  <a:tcPr marL="66248" marR="6624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51691">
                <a:tc>
                  <a:txBody>
                    <a:bodyPr/>
                    <a:lstStyle/>
                    <a:p>
                      <a:pPr marL="0" marR="0" algn="just">
                        <a:lnSpc>
                          <a:spcPct val="100000"/>
                        </a:lnSpc>
                        <a:spcBef>
                          <a:spcPts val="200"/>
                        </a:spcBef>
                        <a:spcAft>
                          <a:spcPts val="0"/>
                        </a:spcAft>
                      </a:pPr>
                      <a:r>
                        <a:rPr lang="en-US" sz="1800" dirty="0">
                          <a:effectLst/>
                        </a:rPr>
                        <a:t>General health care waste</a:t>
                      </a:r>
                      <a:endParaRPr lang="en-US" sz="1800" dirty="0">
                        <a:solidFill>
                          <a:srgbClr val="000000"/>
                        </a:solidFill>
                        <a:effectLst/>
                        <a:latin typeface="Calibri"/>
                        <a:ea typeface="Times New Roman"/>
                        <a:cs typeface="Arial"/>
                      </a:endParaRPr>
                    </a:p>
                  </a:txBody>
                  <a:tcPr marL="66248" marR="6624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dirty="0">
                          <a:effectLst/>
                        </a:rPr>
                        <a:t>Black </a:t>
                      </a:r>
                      <a:endParaRPr lang="en-US" sz="1800" dirty="0">
                        <a:solidFill>
                          <a:srgbClr val="000000"/>
                        </a:solidFill>
                        <a:effectLst/>
                        <a:latin typeface="Calibri"/>
                        <a:ea typeface="Times New Roman"/>
                        <a:cs typeface="Arial"/>
                      </a:endParaRPr>
                    </a:p>
                  </a:txBody>
                  <a:tcPr marL="66248" marR="66248"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200"/>
                        </a:spcBef>
                        <a:spcAft>
                          <a:spcPts val="0"/>
                        </a:spcAft>
                      </a:pPr>
                      <a:r>
                        <a:rPr lang="en-US" sz="1800" dirty="0">
                          <a:effectLst/>
                        </a:rPr>
                        <a:t>Plastic bag or container</a:t>
                      </a:r>
                      <a:endParaRPr lang="en-US" sz="1800" dirty="0">
                        <a:solidFill>
                          <a:srgbClr val="000000"/>
                        </a:solidFill>
                        <a:effectLst/>
                        <a:latin typeface="Calibri"/>
                        <a:ea typeface="Times New Roman"/>
                        <a:cs typeface="Arial"/>
                      </a:endParaRPr>
                    </a:p>
                  </a:txBody>
                  <a:tcPr marL="66248" marR="6624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36576852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1" algn="ctr" defTabSz="457200" rtl="0">
              <a:spcBef>
                <a:spcPct val="0"/>
              </a:spcBef>
            </a:pPr>
            <a:r>
              <a:rPr lang="en-US" sz="2800" b="1" dirty="0">
                <a:latin typeface="+mj-lt"/>
              </a:rPr>
              <a:t>Collection and Transportation of Waste in Health Care </a:t>
            </a:r>
            <a:r>
              <a:rPr lang="en-US" sz="2800" b="1" dirty="0" smtClean="0">
                <a:latin typeface="+mj-lt"/>
              </a:rPr>
              <a:t>Facilities</a:t>
            </a:r>
            <a:endParaRPr lang="en-US" dirty="0"/>
          </a:p>
        </p:txBody>
      </p:sp>
      <p:sp>
        <p:nvSpPr>
          <p:cNvPr id="4" name="Content Placeholder 3"/>
          <p:cNvSpPr>
            <a:spLocks noGrp="1"/>
          </p:cNvSpPr>
          <p:nvPr>
            <p:ph idx="1"/>
          </p:nvPr>
        </p:nvSpPr>
        <p:spPr>
          <a:xfrm>
            <a:off x="762000" y="2438401"/>
            <a:ext cx="7696200" cy="3810000"/>
          </a:xfrm>
        </p:spPr>
        <p:txBody>
          <a:bodyPr>
            <a:normAutofit fontScale="62500" lnSpcReduction="20000"/>
          </a:bodyPr>
          <a:lstStyle/>
          <a:p>
            <a:pPr algn="just"/>
            <a:r>
              <a:rPr lang="en-US" dirty="0"/>
              <a:t>Waste collection timetables for each route should be carefully planned according to the waste generation patterns of the various </a:t>
            </a:r>
            <a:r>
              <a:rPr lang="en-US" dirty="0" smtClean="0"/>
              <a:t>departments.</a:t>
            </a:r>
          </a:p>
          <a:p>
            <a:pPr algn="just"/>
            <a:r>
              <a:rPr lang="en-US" dirty="0"/>
              <a:t>Collect waste on a regular basis such as daily or sooner if needed according to the rate it is generated and the size of the waste containers. </a:t>
            </a:r>
            <a:endParaRPr lang="en-US" dirty="0" smtClean="0"/>
          </a:p>
          <a:p>
            <a:pPr lvl="0" algn="just"/>
            <a:r>
              <a:rPr lang="en-US" dirty="0"/>
              <a:t>Do not mix infectious/hazardous and general waste during collection or transport.</a:t>
            </a:r>
          </a:p>
          <a:p>
            <a:pPr lvl="0" algn="just"/>
            <a:r>
              <a:rPr lang="en-US" dirty="0"/>
              <a:t>Collect and transport infectious waste to disposal sites in leak-proof, covered, contaminated-waste containers.</a:t>
            </a:r>
          </a:p>
          <a:p>
            <a:pPr lvl="0" algn="just"/>
            <a:r>
              <a:rPr lang="en-US" dirty="0"/>
              <a:t>Do not use equipment (e.g., wheelbarrow, trolley/cart) that is used to hold and transport wastes for any other purpose in the health care facility.</a:t>
            </a:r>
          </a:p>
          <a:p>
            <a:pPr lvl="0" algn="just"/>
            <a:r>
              <a:rPr lang="en-US" dirty="0"/>
              <a:t>Use PPE when handling wastes</a:t>
            </a:r>
            <a:r>
              <a:rPr lang="en-US" dirty="0" smtClean="0"/>
              <a:t>.</a:t>
            </a:r>
            <a:endParaRPr lang="en-US" dirty="0"/>
          </a:p>
        </p:txBody>
      </p:sp>
    </p:spTree>
    <p:extLst>
      <p:ext uri="{BB962C8B-B14F-4D97-AF65-F5344CB8AC3E}">
        <p14:creationId xmlns:p14="http://schemas.microsoft.com/office/powerpoint/2010/main" val="778106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Steps for collection and transport of solid infectious </a:t>
            </a:r>
            <a:r>
              <a:rPr lang="en-US" sz="3600" dirty="0" smtClean="0"/>
              <a:t>wastes:</a:t>
            </a:r>
            <a:endParaRPr lang="en-US"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81061538"/>
              </p:ext>
            </p:extLst>
          </p:nvPr>
        </p:nvGraphicFramePr>
        <p:xfrm>
          <a:off x="1176338" y="2490788"/>
          <a:ext cx="6799262" cy="3833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19799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3200" b="1" dirty="0" smtClean="0">
                <a:latin typeface="+mj-lt"/>
              </a:rPr>
              <a:t>Storage of Waste in Health Care Facilities</a:t>
            </a:r>
            <a:endParaRPr lang="en-US" sz="3200" dirty="0">
              <a:latin typeface="+mj-lt"/>
            </a:endParaRPr>
          </a:p>
        </p:txBody>
      </p:sp>
      <p:sp>
        <p:nvSpPr>
          <p:cNvPr id="3" name="Content Placeholder 2"/>
          <p:cNvSpPr>
            <a:spLocks noGrp="1"/>
          </p:cNvSpPr>
          <p:nvPr>
            <p:ph idx="1"/>
          </p:nvPr>
        </p:nvSpPr>
        <p:spPr/>
        <p:txBody>
          <a:bodyPr>
            <a:normAutofit fontScale="70000" lnSpcReduction="20000"/>
          </a:bodyPr>
          <a:lstStyle/>
          <a:p>
            <a:pPr lvl="0"/>
            <a:r>
              <a:rPr lang="en-US" dirty="0"/>
              <a:t>An easy-to-clean, hard floor with good drainage</a:t>
            </a:r>
          </a:p>
          <a:p>
            <a:pPr lvl="0"/>
            <a:r>
              <a:rPr lang="en-US" dirty="0"/>
              <a:t>Separate areas for infectious and general waste</a:t>
            </a:r>
          </a:p>
          <a:p>
            <a:pPr lvl="0"/>
            <a:r>
              <a:rPr lang="en-US" dirty="0"/>
              <a:t>Separate cabinets to store pharmaceutical and other toxic wastes</a:t>
            </a:r>
          </a:p>
          <a:p>
            <a:pPr lvl="0"/>
            <a:r>
              <a:rPr lang="en-US" dirty="0"/>
              <a:t>A good water supply with a sink for hand hygiene</a:t>
            </a:r>
          </a:p>
          <a:p>
            <a:pPr lvl="0"/>
            <a:r>
              <a:rPr lang="en-US" dirty="0"/>
              <a:t>Regular cleaning </a:t>
            </a:r>
          </a:p>
          <a:p>
            <a:pPr lvl="0"/>
            <a:r>
              <a:rPr lang="en-US" dirty="0"/>
              <a:t>Identification (signs) as a “waste storage area”</a:t>
            </a:r>
          </a:p>
          <a:p>
            <a:pPr lvl="0"/>
            <a:r>
              <a:rPr lang="en-US" dirty="0"/>
              <a:t>Lockable door/gate.</a:t>
            </a:r>
          </a:p>
          <a:p>
            <a:endParaRPr lang="en-US" dirty="0"/>
          </a:p>
        </p:txBody>
      </p:sp>
    </p:spTree>
    <p:extLst>
      <p:ext uri="{BB962C8B-B14F-4D97-AF65-F5344CB8AC3E}">
        <p14:creationId xmlns:p14="http://schemas.microsoft.com/office/powerpoint/2010/main" val="212646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3200" b="1" dirty="0">
                <a:latin typeface="+mj-lt"/>
              </a:rPr>
              <a:t>Disposal of Health Care </a:t>
            </a:r>
            <a:r>
              <a:rPr lang="en-US" sz="3200" b="1" dirty="0" smtClean="0">
                <a:latin typeface="+mj-lt"/>
              </a:rPr>
              <a:t>Waste</a:t>
            </a:r>
            <a:endParaRPr lang="en-US" sz="3200" dirty="0">
              <a:latin typeface="+mj-lt"/>
            </a:endParaRPr>
          </a:p>
        </p:txBody>
      </p:sp>
      <p:sp>
        <p:nvSpPr>
          <p:cNvPr id="3" name="Content Placeholder 2"/>
          <p:cNvSpPr>
            <a:spLocks noGrp="1"/>
          </p:cNvSpPr>
          <p:nvPr>
            <p:ph idx="1"/>
          </p:nvPr>
        </p:nvSpPr>
        <p:spPr/>
        <p:txBody>
          <a:bodyPr/>
          <a:lstStyle/>
          <a:p>
            <a:r>
              <a:rPr lang="en-US" dirty="0"/>
              <a:t>Choosing the best currently available waste disposal method </a:t>
            </a:r>
            <a:endParaRPr lang="en-US" dirty="0" smtClean="0"/>
          </a:p>
          <a:p>
            <a:r>
              <a:rPr lang="en-US" dirty="0"/>
              <a:t>W</a:t>
            </a:r>
            <a:r>
              <a:rPr lang="en-US" dirty="0" smtClean="0"/>
              <a:t>orking </a:t>
            </a:r>
            <a:r>
              <a:rPr lang="en-US" dirty="0"/>
              <a:t>towards safer waste disposal to protect the community and the environment is essential. </a:t>
            </a:r>
          </a:p>
        </p:txBody>
      </p:sp>
    </p:spTree>
    <p:extLst>
      <p:ext uri="{BB962C8B-B14F-4D97-AF65-F5344CB8AC3E}">
        <p14:creationId xmlns:p14="http://schemas.microsoft.com/office/powerpoint/2010/main" val="5110584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Disposal of Healthcare Waste Cont’d…</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020914491"/>
              </p:ext>
            </p:extLst>
          </p:nvPr>
        </p:nvGraphicFramePr>
        <p:xfrm>
          <a:off x="762000" y="2490788"/>
          <a:ext cx="7696200" cy="3833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28103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Disposal of Healthcare Waste Cont’d…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85555847"/>
              </p:ext>
            </p:extLst>
          </p:nvPr>
        </p:nvGraphicFramePr>
        <p:xfrm>
          <a:off x="838200" y="2438400"/>
          <a:ext cx="7543800" cy="3910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31628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Disposal of Healthcare Waste Cont’d…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94332637"/>
              </p:ext>
            </p:extLst>
          </p:nvPr>
        </p:nvGraphicFramePr>
        <p:xfrm>
          <a:off x="685800" y="2490788"/>
          <a:ext cx="7662862" cy="375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7751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Disposal of Healthcare Waste Cont’d…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52715289"/>
              </p:ext>
            </p:extLst>
          </p:nvPr>
        </p:nvGraphicFramePr>
        <p:xfrm>
          <a:off x="838200" y="2514600"/>
          <a:ext cx="7543800"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42490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Summery</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3962732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Theme5</Template>
  <TotalTime>308</TotalTime>
  <Words>893</Words>
  <Application>Microsoft Office PowerPoint</Application>
  <PresentationFormat>On-screen Show (4:3)</PresentationFormat>
  <Paragraphs>145</Paragraphs>
  <Slides>18</Slides>
  <Notes>3</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Theme5</vt:lpstr>
      <vt:lpstr>Volume 1_Section 1  Chapter 12:  Healthcare Waste Management</vt:lpstr>
      <vt:lpstr>Chapter Outline</vt:lpstr>
      <vt:lpstr>Chapter Objectives</vt:lpstr>
      <vt:lpstr>Overview</vt:lpstr>
      <vt:lpstr>Risks Related to Healthcare Waste</vt:lpstr>
      <vt:lpstr>Categories of Healthcare Wastes</vt:lpstr>
      <vt:lpstr>Categories of Waste Generated by Health Care Facilities</vt:lpstr>
      <vt:lpstr>Management of Health Care Waste</vt:lpstr>
      <vt:lpstr>Segregation of Waste at Point of Generation</vt:lpstr>
      <vt:lpstr>Collection and Transportation of Waste in Health Care Facilities</vt:lpstr>
      <vt:lpstr>Steps for collection and transport of solid infectious wastes:</vt:lpstr>
      <vt:lpstr>Storage of Waste in Health Care Facilities</vt:lpstr>
      <vt:lpstr>Disposal of Health Care Waste</vt:lpstr>
      <vt:lpstr>Disposal of Healthcare Waste Cont’d…</vt:lpstr>
      <vt:lpstr>Disposal of Healthcare Waste Cont’d…</vt:lpstr>
      <vt:lpstr>Disposal of Healthcare Waste Cont’d…</vt:lpstr>
      <vt:lpstr>Disposal of Healthcare Waste Cont’d…</vt:lpstr>
      <vt:lpstr>Summery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1_Section 1  Chapter 12:  Healthcare Waste Management</dc:title>
  <dc:creator>user</dc:creator>
  <cp:lastModifiedBy>user</cp:lastModifiedBy>
  <cp:revision>22</cp:revision>
  <dcterms:created xsi:type="dcterms:W3CDTF">2018-12-28T11:42:16Z</dcterms:created>
  <dcterms:modified xsi:type="dcterms:W3CDTF">2018-12-29T08:44:03Z</dcterms:modified>
</cp:coreProperties>
</file>